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f59ef1f9046cf" /><Relationship Type="http://schemas.openxmlformats.org/officeDocument/2006/relationships/extended-properties" Target="/docProps/app.xml" Id="R6621d43217b74228" /><Relationship Type="http://schemas.openxmlformats.org/officeDocument/2006/relationships/officeDocument" Target="/ppt/presentation.xml" Id="Rf3a2e26110ad48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6592221a1c4f77"/>
  </p:sldMasterIdLst>
  <p:notesMasterIdLst>
    <p:notesMasterId xmlns:r="http://schemas.openxmlformats.org/officeDocument/2006/relationships" r:id="R7251b0afdd6f4ccf"/>
  </p:notesMasterIdLst>
  <p:sldIdLst>
    <p:sldId xmlns:r="http://schemas.openxmlformats.org/officeDocument/2006/relationships" id="256" r:id="Rc23e8a2566a74c76"/>
    <p:sldId xmlns:r="http://schemas.openxmlformats.org/officeDocument/2006/relationships" id="257" r:id="Rf12100f8ca2d48dd"/>
    <p:sldId xmlns:r="http://schemas.openxmlformats.org/officeDocument/2006/relationships" id="258" r:id="R8be822777f8146d2"/>
    <p:sldId xmlns:r="http://schemas.openxmlformats.org/officeDocument/2006/relationships" id="259" r:id="Rf4a0ac24de8f4e48"/>
    <p:sldId xmlns:r="http://schemas.openxmlformats.org/officeDocument/2006/relationships" id="260" r:id="R5d8ffc47f20c4ef3"/>
    <p:sldId xmlns:r="http://schemas.openxmlformats.org/officeDocument/2006/relationships" id="261" r:id="Rb546b106d9154ade"/>
    <p:sldId xmlns:r="http://schemas.openxmlformats.org/officeDocument/2006/relationships" id="262" r:id="R1da9744027dd4cc6"/>
    <p:sldId xmlns:r="http://schemas.openxmlformats.org/officeDocument/2006/relationships" id="263" r:id="R18134ae00580456b"/>
    <p:sldId xmlns:r="http://schemas.openxmlformats.org/officeDocument/2006/relationships" id="264" r:id="Rbe1f50edc8e64124"/>
    <p:sldId xmlns:r="http://schemas.openxmlformats.org/officeDocument/2006/relationships" id="265" r:id="R3ed32ad7664c487f"/>
    <p:sldId xmlns:r="http://schemas.openxmlformats.org/officeDocument/2006/relationships" id="266" r:id="R465738e2b0d345ca"/>
    <p:sldId xmlns:r="http://schemas.openxmlformats.org/officeDocument/2006/relationships" id="267" r:id="R700c7f649eba414e"/>
    <p:sldId xmlns:r="http://schemas.openxmlformats.org/officeDocument/2006/relationships" id="268" r:id="Rb8dba55cb57c4e3c"/>
    <p:sldId xmlns:r="http://schemas.openxmlformats.org/officeDocument/2006/relationships" id="269" r:id="Rd0aaab2275444371"/>
    <p:sldId xmlns:r="http://schemas.openxmlformats.org/officeDocument/2006/relationships" id="270" r:id="R05c06d775f174089"/>
    <p:sldId xmlns:r="http://schemas.openxmlformats.org/officeDocument/2006/relationships" id="271" r:id="R439f47f8c28b491f"/>
    <p:sldId xmlns:r="http://schemas.openxmlformats.org/officeDocument/2006/relationships" id="272" r:id="R1d53e6cda30944f3"/>
    <p:sldId xmlns:r="http://schemas.openxmlformats.org/officeDocument/2006/relationships" id="273" r:id="R4a2af1f2ca1643cb"/>
    <p:sldId xmlns:r="http://schemas.openxmlformats.org/officeDocument/2006/relationships" id="274" r:id="Rf548acd01f044899"/>
    <p:sldId xmlns:r="http://schemas.openxmlformats.org/officeDocument/2006/relationships" id="275" r:id="Re846dc7b95534ce8"/>
    <p:sldId xmlns:r="http://schemas.openxmlformats.org/officeDocument/2006/relationships" id="276" r:id="Rd5d60cefb7ef49ef"/>
    <p:sldId xmlns:r="http://schemas.openxmlformats.org/officeDocument/2006/relationships" id="277" r:id="Rf35e01d08ede47f5"/>
    <p:sldId xmlns:r="http://schemas.openxmlformats.org/officeDocument/2006/relationships" id="278" r:id="R97bdf66156e44a45"/>
    <p:sldId xmlns:r="http://schemas.openxmlformats.org/officeDocument/2006/relationships" id="279" r:id="Rbaecf105a0b64f82"/>
    <p:sldId xmlns:r="http://schemas.openxmlformats.org/officeDocument/2006/relationships" id="280" r:id="R02fe28718a294d4c"/>
    <p:sldId xmlns:r="http://schemas.openxmlformats.org/officeDocument/2006/relationships" id="281" r:id="R83b16fc4071440fe"/>
    <p:sldId xmlns:r="http://schemas.openxmlformats.org/officeDocument/2006/relationships" id="282" r:id="Re8b64ef0ded4407d"/>
    <p:sldId xmlns:r="http://schemas.openxmlformats.org/officeDocument/2006/relationships" id="283" r:id="Ra2f056836f774762"/>
    <p:sldId xmlns:r="http://schemas.openxmlformats.org/officeDocument/2006/relationships" id="284" r:id="R7b8ae89db7b54b0f"/>
    <p:sldId xmlns:r="http://schemas.openxmlformats.org/officeDocument/2006/relationships" id="285" r:id="R7be251cbf5c74c96"/>
    <p:sldId xmlns:r="http://schemas.openxmlformats.org/officeDocument/2006/relationships" id="286" r:id="R6cd8498cca204bab"/>
    <p:sldId xmlns:r="http://schemas.openxmlformats.org/officeDocument/2006/relationships" id="287" r:id="R25ce7098261e4a9e"/>
    <p:sldId xmlns:r="http://schemas.openxmlformats.org/officeDocument/2006/relationships" id="288" r:id="Re4f1163dc62a4825"/>
    <p:sldId xmlns:r="http://schemas.openxmlformats.org/officeDocument/2006/relationships" id="289" r:id="R1ec02d103d7a4b7f"/>
    <p:sldId xmlns:r="http://schemas.openxmlformats.org/officeDocument/2006/relationships" id="290" r:id="R58cc87ac370c49ef"/>
    <p:sldId xmlns:r="http://schemas.openxmlformats.org/officeDocument/2006/relationships" id="291" r:id="R942918adfe8a46fa"/>
    <p:sldId xmlns:r="http://schemas.openxmlformats.org/officeDocument/2006/relationships" id="292" r:id="Rf91b8b49e19e4fee"/>
    <p:sldId xmlns:r="http://schemas.openxmlformats.org/officeDocument/2006/relationships" id="293" r:id="R70d669b98ec144d2"/>
    <p:sldId xmlns:r="http://schemas.openxmlformats.org/officeDocument/2006/relationships" id="294" r:id="Rdded187c03e34fd6"/>
    <p:sldId xmlns:r="http://schemas.openxmlformats.org/officeDocument/2006/relationships" id="295" r:id="Raabfe224f7da482a"/>
    <p:sldId xmlns:r="http://schemas.openxmlformats.org/officeDocument/2006/relationships" id="296" r:id="R97c4063b835d40f6"/>
    <p:sldId xmlns:r="http://schemas.openxmlformats.org/officeDocument/2006/relationships" id="297" r:id="Rd370e62d0a2b42f2"/>
    <p:sldId xmlns:r="http://schemas.openxmlformats.org/officeDocument/2006/relationships" id="298" r:id="Rd0ad8e4eaa6f42f9"/>
    <p:sldId xmlns:r="http://schemas.openxmlformats.org/officeDocument/2006/relationships" id="299" r:id="Rdf1c304360004f0c"/>
    <p:sldId xmlns:r="http://schemas.openxmlformats.org/officeDocument/2006/relationships" id="300" r:id="Reb6e6be992624d36"/>
    <p:sldId xmlns:r="http://schemas.openxmlformats.org/officeDocument/2006/relationships" id="301" r:id="R3a6ce2cf26424ea5"/>
    <p:sldId xmlns:r="http://schemas.openxmlformats.org/officeDocument/2006/relationships" id="302" r:id="R10add69e05564b35"/>
    <p:sldId xmlns:r="http://schemas.openxmlformats.org/officeDocument/2006/relationships" id="303" r:id="R1c318862933a4274"/>
    <p:sldId xmlns:r="http://schemas.openxmlformats.org/officeDocument/2006/relationships" id="304" r:id="R1b53b640e40849ce"/>
    <p:sldId xmlns:r="http://schemas.openxmlformats.org/officeDocument/2006/relationships" id="305" r:id="R998be75e574e4e09"/>
    <p:sldId xmlns:r="http://schemas.openxmlformats.org/officeDocument/2006/relationships" id="306" r:id="R966a653a09614f85"/>
    <p:sldId xmlns:r="http://schemas.openxmlformats.org/officeDocument/2006/relationships" id="307" r:id="R486e1db50f90403e"/>
    <p:sldId xmlns:r="http://schemas.openxmlformats.org/officeDocument/2006/relationships" id="308" r:id="Rffee896de54741cf"/>
    <p:sldId xmlns:r="http://schemas.openxmlformats.org/officeDocument/2006/relationships" id="309" r:id="Rdbead1b9be914737"/>
    <p:sldId xmlns:r="http://schemas.openxmlformats.org/officeDocument/2006/relationships" id="310" r:id="R522ec5b615cc4359"/>
    <p:sldId xmlns:r="http://schemas.openxmlformats.org/officeDocument/2006/relationships" id="311" r:id="Rfb3a2afcb3d54ffd"/>
    <p:sldId xmlns:r="http://schemas.openxmlformats.org/officeDocument/2006/relationships" id="312" r:id="Rb406e6c85de84697"/>
    <p:sldId xmlns:r="http://schemas.openxmlformats.org/officeDocument/2006/relationships" id="313" r:id="Re39d80880026442d"/>
    <p:sldId xmlns:r="http://schemas.openxmlformats.org/officeDocument/2006/relationships" id="314" r:id="R8b4463c5cc454349"/>
    <p:sldId xmlns:r="http://schemas.openxmlformats.org/officeDocument/2006/relationships" id="315" r:id="R3742aa77055241b6"/>
    <p:sldId xmlns:r="http://schemas.openxmlformats.org/officeDocument/2006/relationships" id="316" r:id="Rbb09d364fd7f4c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e3dd7fe7194fbe" /><Relationship Type="http://schemas.openxmlformats.org/officeDocument/2006/relationships/slideMaster" Target="/ppt/slideMasters/slideMaster1.xml" Id="R136592221a1c4f77" /><Relationship Type="http://schemas.openxmlformats.org/officeDocument/2006/relationships/notesMaster" Target="/ppt/notesMasters/notesMaster1.xml" Id="R7251b0afdd6f4ccf" /><Relationship Type="http://schemas.openxmlformats.org/officeDocument/2006/relationships/presProps" Target="/ppt/presProps.xml" Id="R7d137d81a1de4456" /><Relationship Type="http://schemas.openxmlformats.org/officeDocument/2006/relationships/tableStyles" Target="/ppt/tableStyles.xml" Id="R9fe0035bc08549b8" /><Relationship Type="http://schemas.openxmlformats.org/officeDocument/2006/relationships/slide" Target="/ppt/slides/slide1.xml" Id="Rc23e8a2566a74c76" /><Relationship Type="http://schemas.openxmlformats.org/officeDocument/2006/relationships/slide" Target="/ppt/slides/slide2.xml" Id="Rf12100f8ca2d48dd" /><Relationship Type="http://schemas.openxmlformats.org/officeDocument/2006/relationships/slide" Target="/ppt/slides/slide3.xml" Id="R8be822777f8146d2" /><Relationship Type="http://schemas.openxmlformats.org/officeDocument/2006/relationships/slide" Target="/ppt/slides/slide4.xml" Id="Rf4a0ac24de8f4e48" /><Relationship Type="http://schemas.openxmlformats.org/officeDocument/2006/relationships/slide" Target="/ppt/slides/slide5.xml" Id="R5d8ffc47f20c4ef3" /><Relationship Type="http://schemas.openxmlformats.org/officeDocument/2006/relationships/slide" Target="/ppt/slides/slide6.xml" Id="Rb546b106d9154ade" /><Relationship Type="http://schemas.openxmlformats.org/officeDocument/2006/relationships/slide" Target="/ppt/slides/slide7.xml" Id="R1da9744027dd4cc6" /><Relationship Type="http://schemas.openxmlformats.org/officeDocument/2006/relationships/slide" Target="/ppt/slides/slide8.xml" Id="R18134ae00580456b" /><Relationship Type="http://schemas.openxmlformats.org/officeDocument/2006/relationships/slide" Target="/ppt/slides/slide9.xml" Id="Rbe1f50edc8e64124" /><Relationship Type="http://schemas.openxmlformats.org/officeDocument/2006/relationships/slide" Target="/ppt/slides/slide10.xml" Id="R3ed32ad7664c487f" /><Relationship Type="http://schemas.openxmlformats.org/officeDocument/2006/relationships/slide" Target="/ppt/slides/slide11.xml" Id="R465738e2b0d345ca" /><Relationship Type="http://schemas.openxmlformats.org/officeDocument/2006/relationships/slide" Target="/ppt/slides/slide12.xml" Id="R700c7f649eba414e" /><Relationship Type="http://schemas.openxmlformats.org/officeDocument/2006/relationships/slide" Target="/ppt/slides/slide13.xml" Id="Rb8dba55cb57c4e3c" /><Relationship Type="http://schemas.openxmlformats.org/officeDocument/2006/relationships/slide" Target="/ppt/slides/slide14.xml" Id="Rd0aaab2275444371" /><Relationship Type="http://schemas.openxmlformats.org/officeDocument/2006/relationships/slide" Target="/ppt/slides/slide15.xml" Id="R05c06d775f174089" /><Relationship Type="http://schemas.openxmlformats.org/officeDocument/2006/relationships/slide" Target="/ppt/slides/slide16.xml" Id="R439f47f8c28b491f" /><Relationship Type="http://schemas.openxmlformats.org/officeDocument/2006/relationships/slide" Target="/ppt/slides/slide17.xml" Id="R1d53e6cda30944f3" /><Relationship Type="http://schemas.openxmlformats.org/officeDocument/2006/relationships/slide" Target="/ppt/slides/slide18.xml" Id="R4a2af1f2ca1643cb" /><Relationship Type="http://schemas.openxmlformats.org/officeDocument/2006/relationships/slide" Target="/ppt/slides/slide19.xml" Id="Rf548acd01f044899" /><Relationship Type="http://schemas.openxmlformats.org/officeDocument/2006/relationships/slide" Target="/ppt/slides/slide20.xml" Id="Re846dc7b95534ce8" /><Relationship Type="http://schemas.openxmlformats.org/officeDocument/2006/relationships/slide" Target="/ppt/slides/slide21.xml" Id="Rd5d60cefb7ef49ef" /><Relationship Type="http://schemas.openxmlformats.org/officeDocument/2006/relationships/slide" Target="/ppt/slides/slide22.xml" Id="Rf35e01d08ede47f5" /><Relationship Type="http://schemas.openxmlformats.org/officeDocument/2006/relationships/slide" Target="/ppt/slides/slide23.xml" Id="R97bdf66156e44a45" /><Relationship Type="http://schemas.openxmlformats.org/officeDocument/2006/relationships/slide" Target="/ppt/slides/slide24.xml" Id="Rbaecf105a0b64f82" /><Relationship Type="http://schemas.openxmlformats.org/officeDocument/2006/relationships/slide" Target="/ppt/slides/slide25.xml" Id="R02fe28718a294d4c" /><Relationship Type="http://schemas.openxmlformats.org/officeDocument/2006/relationships/slide" Target="/ppt/slides/slide26.xml" Id="R83b16fc4071440fe" /><Relationship Type="http://schemas.openxmlformats.org/officeDocument/2006/relationships/slide" Target="/ppt/slides/slide27.xml" Id="Re8b64ef0ded4407d" /><Relationship Type="http://schemas.openxmlformats.org/officeDocument/2006/relationships/slide" Target="/ppt/slides/slide28.xml" Id="Ra2f056836f774762" /><Relationship Type="http://schemas.openxmlformats.org/officeDocument/2006/relationships/slide" Target="/ppt/slides/slide29.xml" Id="R7b8ae89db7b54b0f" /><Relationship Type="http://schemas.openxmlformats.org/officeDocument/2006/relationships/slide" Target="/ppt/slides/slide30.xml" Id="R7be251cbf5c74c96" /><Relationship Type="http://schemas.openxmlformats.org/officeDocument/2006/relationships/slide" Target="/ppt/slides/slide31.xml" Id="R6cd8498cca204bab" /><Relationship Type="http://schemas.openxmlformats.org/officeDocument/2006/relationships/slide" Target="/ppt/slides/slide32.xml" Id="R25ce7098261e4a9e" /><Relationship Type="http://schemas.openxmlformats.org/officeDocument/2006/relationships/slide" Target="/ppt/slides/slide33.xml" Id="Re4f1163dc62a4825" /><Relationship Type="http://schemas.openxmlformats.org/officeDocument/2006/relationships/slide" Target="/ppt/slides/slide34.xml" Id="R1ec02d103d7a4b7f" /><Relationship Type="http://schemas.openxmlformats.org/officeDocument/2006/relationships/slide" Target="/ppt/slides/slide35.xml" Id="R58cc87ac370c49ef" /><Relationship Type="http://schemas.openxmlformats.org/officeDocument/2006/relationships/slide" Target="/ppt/slides/slide36.xml" Id="R942918adfe8a46fa" /><Relationship Type="http://schemas.openxmlformats.org/officeDocument/2006/relationships/slide" Target="/ppt/slides/slide37.xml" Id="Rf91b8b49e19e4fee" /><Relationship Type="http://schemas.openxmlformats.org/officeDocument/2006/relationships/slide" Target="/ppt/slides/slide38.xml" Id="R70d669b98ec144d2" /><Relationship Type="http://schemas.openxmlformats.org/officeDocument/2006/relationships/slide" Target="/ppt/slides/slide39.xml" Id="Rdded187c03e34fd6" /><Relationship Type="http://schemas.openxmlformats.org/officeDocument/2006/relationships/slide" Target="/ppt/slides/slide40.xml" Id="Raabfe224f7da482a" /><Relationship Type="http://schemas.openxmlformats.org/officeDocument/2006/relationships/slide" Target="/ppt/slides/slide41.xml" Id="R97c4063b835d40f6" /><Relationship Type="http://schemas.openxmlformats.org/officeDocument/2006/relationships/slide" Target="/ppt/slides/slide42.xml" Id="Rd370e62d0a2b42f2" /><Relationship Type="http://schemas.openxmlformats.org/officeDocument/2006/relationships/slide" Target="/ppt/slides/slide43.xml" Id="Rd0ad8e4eaa6f42f9" /><Relationship Type="http://schemas.openxmlformats.org/officeDocument/2006/relationships/slide" Target="/ppt/slides/slide44.xml" Id="Rdf1c304360004f0c" /><Relationship Type="http://schemas.openxmlformats.org/officeDocument/2006/relationships/slide" Target="/ppt/slides/slide45.xml" Id="Reb6e6be992624d36" /><Relationship Type="http://schemas.openxmlformats.org/officeDocument/2006/relationships/slide" Target="/ppt/slides/slide46.xml" Id="R3a6ce2cf26424ea5" /><Relationship Type="http://schemas.openxmlformats.org/officeDocument/2006/relationships/slide" Target="/ppt/slides/slide47.xml" Id="R10add69e05564b35" /><Relationship Type="http://schemas.openxmlformats.org/officeDocument/2006/relationships/slide" Target="/ppt/slides/slide48.xml" Id="R1c318862933a4274" /><Relationship Type="http://schemas.openxmlformats.org/officeDocument/2006/relationships/slide" Target="/ppt/slides/slide49.xml" Id="R1b53b640e40849ce" /><Relationship Type="http://schemas.openxmlformats.org/officeDocument/2006/relationships/slide" Target="/ppt/slides/slide50.xml" Id="R998be75e574e4e09" /><Relationship Type="http://schemas.openxmlformats.org/officeDocument/2006/relationships/slide" Target="/ppt/slides/slide51.xml" Id="R966a653a09614f85" /><Relationship Type="http://schemas.openxmlformats.org/officeDocument/2006/relationships/slide" Target="/ppt/slides/slide52.xml" Id="R486e1db50f90403e" /><Relationship Type="http://schemas.openxmlformats.org/officeDocument/2006/relationships/slide" Target="/ppt/slides/slide53.xml" Id="Rffee896de54741cf" /><Relationship Type="http://schemas.openxmlformats.org/officeDocument/2006/relationships/slide" Target="/ppt/slides/slide54.xml" Id="Rdbead1b9be914737" /><Relationship Type="http://schemas.openxmlformats.org/officeDocument/2006/relationships/slide" Target="/ppt/slides/slide55.xml" Id="R522ec5b615cc4359" /><Relationship Type="http://schemas.openxmlformats.org/officeDocument/2006/relationships/slide" Target="/ppt/slides/slide56.xml" Id="Rfb3a2afcb3d54ffd" /><Relationship Type="http://schemas.openxmlformats.org/officeDocument/2006/relationships/slide" Target="/ppt/slides/slide57.xml" Id="Rb406e6c85de84697" /><Relationship Type="http://schemas.openxmlformats.org/officeDocument/2006/relationships/slide" Target="/ppt/slides/slide58.xml" Id="Re39d80880026442d" /><Relationship Type="http://schemas.openxmlformats.org/officeDocument/2006/relationships/slide" Target="/ppt/slides/slide59.xml" Id="R8b4463c5cc454349" /><Relationship Type="http://schemas.openxmlformats.org/officeDocument/2006/relationships/slide" Target="/ppt/slides/slide60.xml" Id="R3742aa77055241b6" /><Relationship Type="http://schemas.openxmlformats.org/officeDocument/2006/relationships/slide" Target="/ppt/slides/slide61.xml" Id="Rbb09d364fd7f4c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73f644c6e745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a0468b7ac843ba" /><Relationship Type="http://schemas.openxmlformats.org/officeDocument/2006/relationships/notesMaster" Target="/ppt/notesMasters/notesMaster1.xml" Id="Rbe6ab748975048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dfdd648c914457" /><Relationship Type="http://schemas.openxmlformats.org/officeDocument/2006/relationships/notesMaster" Target="/ppt/notesMasters/notesMaster1.xml" Id="R2c79af3ccd7f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30e976259d4e2b" /><Relationship Type="http://schemas.openxmlformats.org/officeDocument/2006/relationships/notesMaster" Target="/ppt/notesMasters/notesMaster1.xml" Id="R589a3efee3034d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d30afef16c4e5c" /><Relationship Type="http://schemas.openxmlformats.org/officeDocument/2006/relationships/notesMaster" Target="/ppt/notesMasters/notesMaster1.xml" Id="R2320319dd67c4b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2457f3afc94bb2" /><Relationship Type="http://schemas.openxmlformats.org/officeDocument/2006/relationships/notesMaster" Target="/ppt/notesMasters/notesMaster1.xml" Id="Rb6aee9760fad48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5593a0a13749dd" /><Relationship Type="http://schemas.openxmlformats.org/officeDocument/2006/relationships/notesMaster" Target="/ppt/notesMasters/notesMaster1.xml" Id="Rb1cc6769824442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206fab85814396" /><Relationship Type="http://schemas.openxmlformats.org/officeDocument/2006/relationships/notesMaster" Target="/ppt/notesMasters/notesMaster1.xml" Id="Rf03f625b273346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7cc68c4c11480c" /><Relationship Type="http://schemas.openxmlformats.org/officeDocument/2006/relationships/notesMaster" Target="/ppt/notesMasters/notesMaster1.xml" Id="R4f8a2aeda8ec48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3e6bf984ab43f7" /><Relationship Type="http://schemas.openxmlformats.org/officeDocument/2006/relationships/notesMaster" Target="/ppt/notesMasters/notesMaster1.xml" Id="R29d9051c7f394e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f0b4c46e184283" /><Relationship Type="http://schemas.openxmlformats.org/officeDocument/2006/relationships/notesMaster" Target="/ppt/notesMasters/notesMaster1.xml" Id="Rcab0234a6b464f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bc2f0377a941c0" /><Relationship Type="http://schemas.openxmlformats.org/officeDocument/2006/relationships/notesMaster" Target="/ppt/notesMasters/notesMaster1.xml" Id="R66936e12282942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a6a84c55834799" /><Relationship Type="http://schemas.openxmlformats.org/officeDocument/2006/relationships/notesMaster" Target="/ppt/notesMasters/notesMaster1.xml" Id="Rd3313a7d997646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6514d009704bca" /><Relationship Type="http://schemas.openxmlformats.org/officeDocument/2006/relationships/notesMaster" Target="/ppt/notesMasters/notesMaster1.xml" Id="R4bc224ef748545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f64940701843bd" /><Relationship Type="http://schemas.openxmlformats.org/officeDocument/2006/relationships/notesMaster" Target="/ppt/notesMasters/notesMaster1.xml" Id="R063daaaf8cc64b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e0f85c97bb4676" /><Relationship Type="http://schemas.openxmlformats.org/officeDocument/2006/relationships/notesMaster" Target="/ppt/notesMasters/notesMaster1.xml" Id="Rf37f3c08577f43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bbef8f5cc6420c" /><Relationship Type="http://schemas.openxmlformats.org/officeDocument/2006/relationships/notesMaster" Target="/ppt/notesMasters/notesMaster1.xml" Id="R89110d7c89ff4f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0f8589e3f44dc2" /><Relationship Type="http://schemas.openxmlformats.org/officeDocument/2006/relationships/notesMaster" Target="/ppt/notesMasters/notesMaster1.xml" Id="Re7ea641647174b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909e6569034106" /><Relationship Type="http://schemas.openxmlformats.org/officeDocument/2006/relationships/notesMaster" Target="/ppt/notesMasters/notesMaster1.xml" Id="R1b4b21dbcebc45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134700b7c6414a" /><Relationship Type="http://schemas.openxmlformats.org/officeDocument/2006/relationships/notesMaster" Target="/ppt/notesMasters/notesMaster1.xml" Id="Rb56a8bff49114f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3b66bf1dc64af1" /><Relationship Type="http://schemas.openxmlformats.org/officeDocument/2006/relationships/notesMaster" Target="/ppt/notesMasters/notesMaster1.xml" Id="Ra8ab21b23f8947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c9accc5d3d45e7" /><Relationship Type="http://schemas.openxmlformats.org/officeDocument/2006/relationships/notesMaster" Target="/ppt/notesMasters/notesMaster1.xml" Id="R37c4af8d9d30414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4c7ed8e1cd84f9b" /><Relationship Type="http://schemas.openxmlformats.org/officeDocument/2006/relationships/notesMaster" Target="/ppt/notesMasters/notesMaster1.xml" Id="R5561b70b1a9d47a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df1dcf5ec749d5" /><Relationship Type="http://schemas.openxmlformats.org/officeDocument/2006/relationships/notesMaster" Target="/ppt/notesMasters/notesMaster1.xml" Id="R9db47d22f07b4cc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c110b04619a40e3" /><Relationship Type="http://schemas.openxmlformats.org/officeDocument/2006/relationships/notesMaster" Target="/ppt/notesMasters/notesMaster1.xml" Id="Rb710b0d455dd45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51e7d92d4164d63" /><Relationship Type="http://schemas.openxmlformats.org/officeDocument/2006/relationships/notesMaster" Target="/ppt/notesMasters/notesMaster1.xml" Id="Rfff67016861443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045e2d0f55d428a" /><Relationship Type="http://schemas.openxmlformats.org/officeDocument/2006/relationships/notesMaster" Target="/ppt/notesMasters/notesMaster1.xml" Id="R96cd4792bff84a5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591ce13c73d4714" /><Relationship Type="http://schemas.openxmlformats.org/officeDocument/2006/relationships/notesMaster" Target="/ppt/notesMasters/notesMaster1.xml" Id="Re3be3d7889a3469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fa090a986d64756" /><Relationship Type="http://schemas.openxmlformats.org/officeDocument/2006/relationships/notesMaster" Target="/ppt/notesMasters/notesMaster1.xml" Id="Rbd9694fecef9468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77544f15afe46b2" /><Relationship Type="http://schemas.openxmlformats.org/officeDocument/2006/relationships/notesMaster" Target="/ppt/notesMasters/notesMaster1.xml" Id="R63c3e846137a45c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46d28dfbe7c4cec" /><Relationship Type="http://schemas.openxmlformats.org/officeDocument/2006/relationships/notesMaster" Target="/ppt/notesMasters/notesMaster1.xml" Id="Rc726dcdfac8b461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fcbbd005e624c92" /><Relationship Type="http://schemas.openxmlformats.org/officeDocument/2006/relationships/notesMaster" Target="/ppt/notesMasters/notesMaster1.xml" Id="R026afb0450214ee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17aad744b346ab" /><Relationship Type="http://schemas.openxmlformats.org/officeDocument/2006/relationships/notesMaster" Target="/ppt/notesMasters/notesMaster1.xml" Id="Rdd330294c9e249e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81979e5ea50480e" /><Relationship Type="http://schemas.openxmlformats.org/officeDocument/2006/relationships/notesMaster" Target="/ppt/notesMasters/notesMaster1.xml" Id="Re0c7a2bdcc98420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937fea1000a403e" /><Relationship Type="http://schemas.openxmlformats.org/officeDocument/2006/relationships/notesMaster" Target="/ppt/notesMasters/notesMaster1.xml" Id="R8fa5fa066394438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d695a44eb55416a" /><Relationship Type="http://schemas.openxmlformats.org/officeDocument/2006/relationships/notesMaster" Target="/ppt/notesMasters/notesMaster1.xml" Id="R04ef2dee18ce432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aba4999c09647f0" /><Relationship Type="http://schemas.openxmlformats.org/officeDocument/2006/relationships/notesMaster" Target="/ppt/notesMasters/notesMaster1.xml" Id="R473b9758d789426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99f3bb7b00c49e6" /><Relationship Type="http://schemas.openxmlformats.org/officeDocument/2006/relationships/notesMaster" Target="/ppt/notesMasters/notesMaster1.xml" Id="Ref80d3ef6048471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a6f828561e24ab2" /><Relationship Type="http://schemas.openxmlformats.org/officeDocument/2006/relationships/notesMaster" Target="/ppt/notesMasters/notesMaster1.xml" Id="R0898c5a04c3b409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81e1ca6014e4cf2" /><Relationship Type="http://schemas.openxmlformats.org/officeDocument/2006/relationships/notesMaster" Target="/ppt/notesMasters/notesMaster1.xml" Id="Ra06ed4c5114e41d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79d097e03954e6b" /><Relationship Type="http://schemas.openxmlformats.org/officeDocument/2006/relationships/notesMaster" Target="/ppt/notesMasters/notesMaster1.xml" Id="R0e7692b38af3471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dc41ef4a9304bd2" /><Relationship Type="http://schemas.openxmlformats.org/officeDocument/2006/relationships/notesMaster" Target="/ppt/notesMasters/notesMaster1.xml" Id="R2136e367fbac45f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6bf78ce55e74b7a" /><Relationship Type="http://schemas.openxmlformats.org/officeDocument/2006/relationships/notesMaster" Target="/ppt/notesMasters/notesMaster1.xml" Id="Rf4b98fc6202e486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c1a760e579e4c6b" /><Relationship Type="http://schemas.openxmlformats.org/officeDocument/2006/relationships/notesMaster" Target="/ppt/notesMasters/notesMaster1.xml" Id="R3a6bcd9e91e7409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bd6b92f51ca4625" /><Relationship Type="http://schemas.openxmlformats.org/officeDocument/2006/relationships/notesMaster" Target="/ppt/notesMasters/notesMaster1.xml" Id="R7f361e5c08c44fa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45bcefc9bbe4aec" /><Relationship Type="http://schemas.openxmlformats.org/officeDocument/2006/relationships/notesMaster" Target="/ppt/notesMasters/notesMaster1.xml" Id="R4e294fbe324c400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9c60defe5134c19" /><Relationship Type="http://schemas.openxmlformats.org/officeDocument/2006/relationships/notesMaster" Target="/ppt/notesMasters/notesMaster1.xml" Id="Rf6b2261861ee410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06eb8ee816e487d" /><Relationship Type="http://schemas.openxmlformats.org/officeDocument/2006/relationships/notesMaster" Target="/ppt/notesMasters/notesMaster1.xml" Id="R443f301286504b5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35a873b8f564bfc" /><Relationship Type="http://schemas.openxmlformats.org/officeDocument/2006/relationships/notesMaster" Target="/ppt/notesMasters/notesMaster1.xml" Id="Rac1e05402ec3401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d9915f1b84f451b" /><Relationship Type="http://schemas.openxmlformats.org/officeDocument/2006/relationships/notesMaster" Target="/ppt/notesMasters/notesMaster1.xml" Id="R31d859cc34fc4f8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f315dfed76047d5" /><Relationship Type="http://schemas.openxmlformats.org/officeDocument/2006/relationships/notesMaster" Target="/ppt/notesMasters/notesMaster1.xml" Id="R66051aa1a73c441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71d35626df5435e" /><Relationship Type="http://schemas.openxmlformats.org/officeDocument/2006/relationships/notesMaster" Target="/ppt/notesMasters/notesMaster1.xml" Id="R891f87fcec1b4d3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949ed78b1b24073" /><Relationship Type="http://schemas.openxmlformats.org/officeDocument/2006/relationships/notesMaster" Target="/ppt/notesMasters/notesMaster1.xml" Id="Rf626e07e7518422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2f3084248bb44fd" /><Relationship Type="http://schemas.openxmlformats.org/officeDocument/2006/relationships/notesMaster" Target="/ppt/notesMasters/notesMaster1.xml" Id="R77a4982dcaef46f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5491c36e86841b2" /><Relationship Type="http://schemas.openxmlformats.org/officeDocument/2006/relationships/notesMaster" Target="/ppt/notesMasters/notesMaster1.xml" Id="R229147186ea74ca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113a0b0c7994900" /><Relationship Type="http://schemas.openxmlformats.org/officeDocument/2006/relationships/notesMaster" Target="/ppt/notesMasters/notesMaster1.xml" Id="Rfcac5e3d69c944c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71bcfbf8d314383" /><Relationship Type="http://schemas.openxmlformats.org/officeDocument/2006/relationships/notesMaster" Target="/ppt/notesMasters/notesMaster1.xml" Id="R03061a6488494e5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04ddfc60459499d" /><Relationship Type="http://schemas.openxmlformats.org/officeDocument/2006/relationships/notesMaster" Target="/ppt/notesMasters/notesMaster1.xml" Id="R7f5e5462bf4d4d7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243260fee2447c3" /><Relationship Type="http://schemas.openxmlformats.org/officeDocument/2006/relationships/notesMaster" Target="/ppt/notesMasters/notesMaster1.xml" Id="R54e22d3a08514a7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5eff891e2284108" /><Relationship Type="http://schemas.openxmlformats.org/officeDocument/2006/relationships/notesMaster" Target="/ppt/notesMasters/notesMaster1.xml" Id="Ra0c6a959b7634e9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8bfd9cc399b47f0" /><Relationship Type="http://schemas.openxmlformats.org/officeDocument/2006/relationships/notesMaster" Target="/ppt/notesMasters/notesMaster1.xml" Id="R108221f915ce44a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45bb65f3b3614d3c" /><Relationship Type="http://schemas.openxmlformats.org/officeDocument/2006/relationships/notesMaster" Target="/ppt/notesMasters/notesMaster1.xml" Id="Rc3f6b549f0d04c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la lezione dicendo che non faremo una gara a ricordare nomi di servizi.</a:t>
            </a:r>
          </a:p>
          <a:p xmlns:a="http://schemas.openxmlformats.org/drawingml/2006/main">
            <a:r>
              <a:t>Il corso insegna a ragionare da architetti: partire dal problema, poi scegliere i servizi.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Chiarisci che non serve ricordare tutti i nomi commerciali: oggi costruiamo il vocabolario.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serve anche per gestire il ritmo della lezione.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Imposta il contesto: il cloud nasce da esigenze pratiche, non da moda tecnologica.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emergere che l'infrastruttura tradizionale non e sbagliata: semplicemente ha vincoli diversi.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il messaggio cloud = sempre meglio. Il punto e: cloud = diverso modello operativo.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Collega questa definizione a esempi familiari: posta, streaming, backup online, app mobile.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Queste cinque caratteristiche sono una base solida per non confondere cloud con semplice hosting.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introduce la mappa mentale della giornata.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basta far capire le differenze: non servono dettagli di vendor.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Sottolinea che 'pubblico' non significa non sicuro: significa condiviso a livello infrastrutturale, con isolamento logico.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chiedere agli studenti: quando avrebbe senso complicarsi la vita con piu cloud?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aiuta a trasformare definizioni in scelte.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una delle parti piu importanti: cambia chi gestisce cosa.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presentare serverless come magia: esistono comunque server, ma non li gestisce direttamente il team applicativo.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esempi non tecnici: affittare cucina, usare ristorante, comprare pasto pronto.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una slide da riprendere per tutto il corso.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frase puo diventare il mantra del corso: prima il problema, poi i servizi.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Adesso introduciamo geografia, guasto e latenza.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di entrare nel catalogo completo delle region. Conta il concetto.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puoi introdurre il concetto di 'cosa succede se questo componente cade?'.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Semplifica: non tutti i servizi sono zonali, alcuni sono regionali o globali.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Queste domande torneranno nell'esame pratico.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facciamo la mappa mentale dei componenti.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prima competenza dello studente e riconoscere la famiglia corretta.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approfondire troppo: la Giornata 2 riprende tutto il compute in modo serio.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distinzione anticipa la Giornata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fai una domanda semplice: quale componente deve essere pubblico?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entrare ancora nei dettagli: la Giornata 4 sara dedicata alla sicurezza.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Di' chiaramente che non devono imparare questa tabella a memoria oggi.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Fondamentale per non pensare che il cloud faccia tutto da solo.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una delle slide piu importanti della giornata.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notare che 'di solito' dipende dal servizio specifico.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Queste domande non servono a spaventare, ma a disegnare meglio.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 trasformiamo la teoria in metodo.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la procedura che useranno anche in esame.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tabella puo essere usata come checklist durante i laboratori.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Prepara il terreno per il Well-Architected della Giornata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elencare tutti i dettagli dei framework: solo le domande pratiche.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Adesso si passa alla lavagna o al diagramma.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Chiedi: cosa puo rompersi? cosa e pubblico? dove sono i dati?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rispondere prima gli studenti, poi introduci la soluzione cloud.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Costruisci il diagramma pezzo per pezzo.</a:t>
            </a:r>
          </a:p>
          <a:p xmlns:a="http://schemas.openxmlformats.org/drawingml/2006/main">
            <a:r>
              <a:t>Non presentarlo come soluzione definitiva: e una prima architettura didattica.</a:t>
            </a:r>
          </a:p>
          <a:p xmlns:a="http://schemas.openxmlformats.org/drawingml/2006/main">
            <a:r>
              <a:t>Sottolinea che monitoring e sicurezza sono componenti del disegno, non appendici.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tabella e utile per correggere i diagrammi degli studenti.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Ripeti: un database pubblico e quasi sempre un campanello d'allarme.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checklist va bene anche come consegna per il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parte serve a fare insieme il primo passaggio.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Leggi lo scenario lentamente e fai evidenziare dati, utenti e componenti.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e una mini-soluzione guidata.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queste domande come discussione prima del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Ora lavorano loro.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Lascia 45-60 minuti e poi fai discutere 2-3 disegni.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Questo template aiuta anche chi ha meno confidenza con i diagrammi.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usarla come voto rigido il primo giorno: e una guida.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e utile prima della consegna finale del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Chiudiamo consolidando il lessico.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il tempo e poco, usa questa slide come ripasso finale.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Puoi far rispondere a voce, su carta o come discussione a gruppi.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slide evita di lasciare domande aperte a fine lezione.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collegando la giornata 1 alla giornata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puo essere l'ultima frase: prima disegniamo il problema, poi scegliamo i servizi.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c086123a548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ccac69ac6a4965" /><Relationship Type="http://schemas.openxmlformats.org/officeDocument/2006/relationships/slideLayout" Target="/ppt/slideLayouts/slideLayout1.xml" Id="R2384183269be4a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84183269be4a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38b44447f4f46" /><Relationship Type="http://schemas.openxmlformats.org/officeDocument/2006/relationships/notesSlide" Target="/ppt/notesSlides/notesSlide1.xml" Id="R9ee8ef9ed3424c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a87d639c24136" /><Relationship Type="http://schemas.openxmlformats.org/officeDocument/2006/relationships/notesSlide" Target="/ppt/notesSlides/notesSlide2.xml" Id="R17e436dc2efc40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aec9da1034665" /><Relationship Type="http://schemas.openxmlformats.org/officeDocument/2006/relationships/notesSlide" Target="/ppt/notesSlides/notesSlide3.xml" Id="Rc424a9a23f2c41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91099bf8b4a44" /><Relationship Type="http://schemas.openxmlformats.org/officeDocument/2006/relationships/notesSlide" Target="/ppt/notesSlides/notesSlide4.xml" Id="R1844c9920b1f44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f3d81f5ed4c48" /><Relationship Type="http://schemas.openxmlformats.org/officeDocument/2006/relationships/notesSlide" Target="/ppt/notesSlides/notesSlide5.xml" Id="R88071b5812d64d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ff7c8b78a4688" /><Relationship Type="http://schemas.openxmlformats.org/officeDocument/2006/relationships/notesSlide" Target="/ppt/notesSlides/notesSlide6.xml" Id="R81b50d80d65642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1a19d0ded4b65" /><Relationship Type="http://schemas.openxmlformats.org/officeDocument/2006/relationships/notesSlide" Target="/ppt/notesSlides/notesSlide7.xml" Id="Radeb1a011df640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2bdc51f4d4512" /><Relationship Type="http://schemas.openxmlformats.org/officeDocument/2006/relationships/notesSlide" Target="/ppt/notesSlides/notesSlide8.xml" Id="R6483749e94c245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a567790aa43dd" /><Relationship Type="http://schemas.openxmlformats.org/officeDocument/2006/relationships/notesSlide" Target="/ppt/notesSlides/notesSlide9.xml" Id="Rf20ab8409f5d4b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e8ba11f2d458f" /><Relationship Type="http://schemas.openxmlformats.org/officeDocument/2006/relationships/notesSlide" Target="/ppt/notesSlides/notesSlide10.xml" Id="Rad4e9c4e0b0d4e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09356c1874d5f" /><Relationship Type="http://schemas.openxmlformats.org/officeDocument/2006/relationships/notesSlide" Target="/ppt/notesSlides/notesSlide11.xml" Id="R1c8300853ce74d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57dc37add49be" /><Relationship Type="http://schemas.openxmlformats.org/officeDocument/2006/relationships/notesSlide" Target="/ppt/notesSlides/notesSlide12.xml" Id="Rb52038ac0ca44c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a684bbd304db3" /><Relationship Type="http://schemas.openxmlformats.org/officeDocument/2006/relationships/notesSlide" Target="/ppt/notesSlides/notesSlide13.xml" Id="R02c37ff67f6f4d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c5336860f441b" /><Relationship Type="http://schemas.openxmlformats.org/officeDocument/2006/relationships/notesSlide" Target="/ppt/notesSlides/notesSlide14.xml" Id="R40192df7a6714e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3fabec511401a" /><Relationship Type="http://schemas.openxmlformats.org/officeDocument/2006/relationships/notesSlide" Target="/ppt/notesSlides/notesSlide15.xml" Id="Rca55561704e64d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566a1abf744f2" /><Relationship Type="http://schemas.openxmlformats.org/officeDocument/2006/relationships/notesSlide" Target="/ppt/notesSlides/notesSlide16.xml" Id="R6763968dbe8540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627b7230d416c" /><Relationship Type="http://schemas.openxmlformats.org/officeDocument/2006/relationships/notesSlide" Target="/ppt/notesSlides/notesSlide17.xml" Id="R1a0510d44bb048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3787c120a4eb8" /><Relationship Type="http://schemas.openxmlformats.org/officeDocument/2006/relationships/notesSlide" Target="/ppt/notesSlides/notesSlide18.xml" Id="Re6de7f40e9ce4e6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422f33ced4d11" /><Relationship Type="http://schemas.openxmlformats.org/officeDocument/2006/relationships/notesSlide" Target="/ppt/notesSlides/notesSlide19.xml" Id="Raf6310fa44d245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5c7d9effe48d9" /><Relationship Type="http://schemas.openxmlformats.org/officeDocument/2006/relationships/notesSlide" Target="/ppt/notesSlides/notesSlide20.xml" Id="R346505d49154456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c6dba16fc4c83" /><Relationship Type="http://schemas.openxmlformats.org/officeDocument/2006/relationships/notesSlide" Target="/ppt/notesSlides/notesSlide21.xml" Id="R2a94da03b8a64bb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653d582b84ef0" /><Relationship Type="http://schemas.openxmlformats.org/officeDocument/2006/relationships/notesSlide" Target="/ppt/notesSlides/notesSlide22.xml" Id="Rd306443878de41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11adbcc294a22" /><Relationship Type="http://schemas.openxmlformats.org/officeDocument/2006/relationships/notesSlide" Target="/ppt/notesSlides/notesSlide23.xml" Id="R3280839bbd424c1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5d395bace4996" /><Relationship Type="http://schemas.openxmlformats.org/officeDocument/2006/relationships/notesSlide" Target="/ppt/notesSlides/notesSlide24.xml" Id="Rc070e72781bd455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fa5c4cf8341aa" /><Relationship Type="http://schemas.openxmlformats.org/officeDocument/2006/relationships/notesSlide" Target="/ppt/notesSlides/notesSlide25.xml" Id="R9766a3bd0e25499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1a78832f843a9" /><Relationship Type="http://schemas.openxmlformats.org/officeDocument/2006/relationships/notesSlide" Target="/ppt/notesSlides/notesSlide26.xml" Id="Rf0b11472a52b448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cdd1041d74e7e" /><Relationship Type="http://schemas.openxmlformats.org/officeDocument/2006/relationships/notesSlide" Target="/ppt/notesSlides/notesSlide27.xml" Id="R9b95cc1e9140497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577dca10a45d6" /><Relationship Type="http://schemas.openxmlformats.org/officeDocument/2006/relationships/notesSlide" Target="/ppt/notesSlides/notesSlide28.xml" Id="Rb0e8e20d06f3492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a5e10b044431a" /><Relationship Type="http://schemas.openxmlformats.org/officeDocument/2006/relationships/notesSlide" Target="/ppt/notesSlides/notesSlide29.xml" Id="Rf44a1834da57444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8fdd3c3c0458d" /><Relationship Type="http://schemas.openxmlformats.org/officeDocument/2006/relationships/notesSlide" Target="/ppt/notesSlides/notesSlide30.xml" Id="Rc2be7b4ec80b424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18bf3bacf44a8" /><Relationship Type="http://schemas.openxmlformats.org/officeDocument/2006/relationships/notesSlide" Target="/ppt/notesSlides/notesSlide31.xml" Id="Rf4659343a161416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0b94d88194cd3" /><Relationship Type="http://schemas.openxmlformats.org/officeDocument/2006/relationships/notesSlide" Target="/ppt/notesSlides/notesSlide32.xml" Id="R12a63a095ac64ef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d988bfa3d4488" /><Relationship Type="http://schemas.openxmlformats.org/officeDocument/2006/relationships/notesSlide" Target="/ppt/notesSlides/notesSlide33.xml" Id="R0083bf056303407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bf42fd7e249d8" /><Relationship Type="http://schemas.openxmlformats.org/officeDocument/2006/relationships/notesSlide" Target="/ppt/notesSlides/notesSlide34.xml" Id="R9460dee5134b449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82530054945d8" /><Relationship Type="http://schemas.openxmlformats.org/officeDocument/2006/relationships/notesSlide" Target="/ppt/notesSlides/notesSlide35.xml" Id="R3afe335e56ec45c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d6c6f87104494" /><Relationship Type="http://schemas.openxmlformats.org/officeDocument/2006/relationships/notesSlide" Target="/ppt/notesSlides/notesSlide36.xml" Id="Rdd875adba0b3478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036a1ec5c4a8a" /><Relationship Type="http://schemas.openxmlformats.org/officeDocument/2006/relationships/notesSlide" Target="/ppt/notesSlides/notesSlide37.xml" Id="R324cd6a5119f4d6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a6fc7fbd54365" /><Relationship Type="http://schemas.openxmlformats.org/officeDocument/2006/relationships/notesSlide" Target="/ppt/notesSlides/notesSlide38.xml" Id="R4acd7284b67c44d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40fa45a0047ff" /><Relationship Type="http://schemas.openxmlformats.org/officeDocument/2006/relationships/notesSlide" Target="/ppt/notesSlides/notesSlide39.xml" Id="R12007ac600ee4eb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12d0633ab44bb" /><Relationship Type="http://schemas.openxmlformats.org/officeDocument/2006/relationships/notesSlide" Target="/ppt/notesSlides/notesSlide40.xml" Id="R9aa059f0cc5d49b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75c76cc1449de" /><Relationship Type="http://schemas.openxmlformats.org/officeDocument/2006/relationships/notesSlide" Target="/ppt/notesSlides/notesSlide41.xml" Id="R3b8f4a24b8c4444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6746ddaf44603" /><Relationship Type="http://schemas.openxmlformats.org/officeDocument/2006/relationships/notesSlide" Target="/ppt/notesSlides/notesSlide42.xml" Id="R74cd6ea1b67941b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7c24ae3a14b6c" /><Relationship Type="http://schemas.openxmlformats.org/officeDocument/2006/relationships/notesSlide" Target="/ppt/notesSlides/notesSlide43.xml" Id="R49dc3cd6680f4b6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1a422827e4cfe" /><Relationship Type="http://schemas.openxmlformats.org/officeDocument/2006/relationships/notesSlide" Target="/ppt/notesSlides/notesSlide44.xml" Id="R7e59410c991c499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795ae5ef4492e" /><Relationship Type="http://schemas.openxmlformats.org/officeDocument/2006/relationships/notesSlide" Target="/ppt/notesSlides/notesSlide45.xml" Id="R3bab42a4e764473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7aad7a4d24367" /><Relationship Type="http://schemas.openxmlformats.org/officeDocument/2006/relationships/notesSlide" Target="/ppt/notesSlides/notesSlide46.xml" Id="Rb1ee4f8a40e44d1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c8bf709834e44" /><Relationship Type="http://schemas.openxmlformats.org/officeDocument/2006/relationships/notesSlide" Target="/ppt/notesSlides/notesSlide47.xml" Id="R213dc27d18a24a5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d6e9614d945fb" /><Relationship Type="http://schemas.openxmlformats.org/officeDocument/2006/relationships/notesSlide" Target="/ppt/notesSlides/notesSlide48.xml" Id="R7f6a04a65ff046d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0fd70f9ca4a59" /><Relationship Type="http://schemas.openxmlformats.org/officeDocument/2006/relationships/notesSlide" Target="/ppt/notesSlides/notesSlide49.xml" Id="Rd9dea6fd3db4436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f39b0b55d4844" /><Relationship Type="http://schemas.openxmlformats.org/officeDocument/2006/relationships/notesSlide" Target="/ppt/notesSlides/notesSlide50.xml" Id="Rcfca41d48513417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756b8cb5f405a" /><Relationship Type="http://schemas.openxmlformats.org/officeDocument/2006/relationships/notesSlide" Target="/ppt/notesSlides/notesSlide51.xml" Id="R87a5b724f72d43a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290092a474af1" /><Relationship Type="http://schemas.openxmlformats.org/officeDocument/2006/relationships/notesSlide" Target="/ppt/notesSlides/notesSlide52.xml" Id="R5138fa158fcb48e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cb5c934ac4d26" /><Relationship Type="http://schemas.openxmlformats.org/officeDocument/2006/relationships/notesSlide" Target="/ppt/notesSlides/notesSlide53.xml" Id="Rb2dbdb3778f349f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8f46a84df4407" /><Relationship Type="http://schemas.openxmlformats.org/officeDocument/2006/relationships/notesSlide" Target="/ppt/notesSlides/notesSlide54.xml" Id="R70b427b34b7b497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0e7128b1e4e14" /><Relationship Type="http://schemas.openxmlformats.org/officeDocument/2006/relationships/notesSlide" Target="/ppt/notesSlides/notesSlide55.xml" Id="Ra7e47024b0f04fa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16c6f0b354287" /><Relationship Type="http://schemas.openxmlformats.org/officeDocument/2006/relationships/notesSlide" Target="/ppt/notesSlides/notesSlide56.xml" Id="R27dd3edefd174c0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7817d0a684159" /><Relationship Type="http://schemas.openxmlformats.org/officeDocument/2006/relationships/notesSlide" Target="/ppt/notesSlides/notesSlide57.xml" Id="Rf4f3e72adadf49e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a18e794524b1f" /><Relationship Type="http://schemas.openxmlformats.org/officeDocument/2006/relationships/notesSlide" Target="/ppt/notesSlides/notesSlide58.xml" Id="R1efdcae57150463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cb9f889f943cb" /><Relationship Type="http://schemas.openxmlformats.org/officeDocument/2006/relationships/notesSlide" Target="/ppt/notesSlides/notesSlide59.xml" Id="Rc915737b49144bf3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c68af813e4671" /><Relationship Type="http://schemas.openxmlformats.org/officeDocument/2006/relationships/notesSlide" Target="/ppt/notesSlides/notesSlide60.xml" Id="R0338dae9f16d468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64092ab834bf9" /><Relationship Type="http://schemas.openxmlformats.org/officeDocument/2006/relationships/notesSlide" Target="/ppt/notesSlides/notesSlide61.xml" Id="R21485214df484d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18675D-EDB8-4FC1-92AD-24821F92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DADAC-8C34-4DC3-AA98-BDE94361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Piattaforme 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23EC4-9840-49EB-970A-2E0D6DAA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52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Giornata 1 - Introduzione al cloud e primo disegno architetturale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C1FC4-9B1F-4298-9E05-5F1459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4A3AC-86EF-481E-9D4B-301E626E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Obiettivo: capire il lessico del cloud e disegnare una prima web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BBA04-C4B5-4358-B841-2871A2FE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476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33A13B-AE22-4988-9285-7909922A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C200E-BE01-4280-82E6-F44C042D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6C7D2-F399-4FCF-AA66-6AB1934D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Cosa sapranno fare oggi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253EC-960C-4EB5-A237-BB5F3798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Risultati attesi della prima lezione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54E77-E415-48AC-909A-691314CA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351E7-CF0F-4C87-BCA1-0EB0B4A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Spiegare che cos'e una piattaforma cloud con parole proprie.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E0AA6-A816-47EE-8293-813B21EB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E2E03-4508-4E40-9320-FE7374F4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Distinguere on-premise, cloud pubblico, privato, ibrido e multi-cloud.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9BCC3-EE2D-4EBA-A66E-23BAA8AC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AA121-C58B-4807-9F19-1C044585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Riconoscere IaaS, PaaS, SaaS e serverless in esempi concreti.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C632D-3922-4CCB-8939-FE088319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0DF8F-8693-4D42-9E97-BD496EC6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Leggere un diagramma cloud semplice.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98EDD-DB89-4C62-9F2D-26858302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7CC7C-05A4-4D42-B084-05BC6264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Separare utenti, ingresso, applicazione, database, file e monitoraggio.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6CB65-923E-4A3A-AC5C-145639F6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8F9B6-964E-423D-9CE6-19B49316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Produrre una prima bozza di architettura per una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182364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5AFBBA-755C-4890-A10D-36A16F8A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9C303-C93C-4BDD-AD53-E7288941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A07F7-26FD-45D9-8B40-9D60E60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Agenda delle 4 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D4C9C-EA42-4A2F-9B90-EC2CFC6E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La prima giornata e piu conoscitiva, ma si chiude con un primo laboratorio.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4B6ED-8C51-4947-B7C6-679D07B1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55A87-5DB6-45E4-98BA-C512379F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Blocco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39044-1BCA-4E78-B66D-D6254810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Durata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0BFD4-63B0-4188-B55D-D5533ACF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Attivita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82743-C6CD-4DA8-A758-14745479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33B49-D114-4878-8B4C-80F07202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B7E96-BC98-4992-9EB3-109AA125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45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4E41C-4D74-4D0C-991C-A6D719C5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Contesto: perche esiste il cloud e quali problemi risolve.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5548E-4F7C-49DC-8B53-228EA95D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E56B8-A9B0-4274-B0DE-291EB3B0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65C03-1142-4FD3-A20B-29314889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45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2807A-6C03-47C8-B16B-8E14D112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Modelli: pubblico/privato/ibrido, IaaS/PaaS/SaaS/serverless.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5FFE4-CAE5-4CD3-9F76-F1E6A544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A87D8-7EDE-4DAA-A40F-5BB7080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EE6B5-7096-44A5-8051-FFD4A209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45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6FFE9-8D3E-4ACC-BB64-B9992FE6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Componenti: regioni, zone, compute, storage, database, rete, sicurezza.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A7CC1-C3AC-41C1-8B82-5CDB6D86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5EFA9-48D0-4D64-88B6-91E812AC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73CBD-141A-4236-A723-9B996F9A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45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DC240-44DF-401B-8C40-0B861AF4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Disegno guidato: dalla web app tradizionale alla web app cloud.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95C222-7635-40AF-9A8C-8B791B13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F3F58-CF88-4ED0-8679-ED7BE4D3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CF199-D80D-4C4E-A803-D42AADE3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90 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C6D86E-6A26-4E11-9B45-C1318ACF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Laboratorio: disegnare una prima architettura e discuterla.</a:t>
            </a:r>
          </a:p>
        </p:txBody>
      </p:sp>
    </p:spTree>
    <p:extLst>
      <p:ext uri="{BB962C8B-B14F-4D97-AF65-F5344CB8AC3E}">
        <p14:creationId xmlns:p14="http://schemas.microsoft.com/office/powerpoint/2010/main" val="928504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179093-4D00-4103-8853-CFF27C1C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3D29C-8EB2-403F-93F6-407D82A7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99D3A-73A9-43BE-89B9-15BAF117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SEZIONE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A5E8A-9D36-4E76-A4A8-7250675C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Perche parliamo di 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0F39F-98A1-4997-A5AE-66870776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31FFB-C252-448D-94B8-98343A8A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Problema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42AD6-BCE4-4F5C-B10B-C30080AC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739F3-DE34-4B88-82CD-E23BCF60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Cambio di modello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A3F2A-CDF2-4D29-9D15-B3BAA733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803EF-26CC-43C5-939C-7D279891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Nuovo modo di progettare</a:t>
            </a:r>
          </a:p>
        </p:txBody>
      </p:sp>
    </p:spTree>
    <p:extLst>
      <p:ext uri="{BB962C8B-B14F-4D97-AF65-F5344CB8AC3E}">
        <p14:creationId xmlns:p14="http://schemas.microsoft.com/office/powerpoint/2010/main" val="1123626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88F69D-FFFD-4550-A96B-219A5BAA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F9AAD-DDA3-451C-9A7B-FBCC6AF5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1775C-8DFD-42D9-A1BC-7600E289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Il problema prima del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88A8E-ABA5-49F7-917B-600F5079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Un'applicazione tradizionale richiedeva molte decisioni infrastrutturali anticipate.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7B1EC-7F58-48B1-82CB-F703676E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35281-6398-411B-9380-519549EC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Comprare o affittare server prima di sapere il carico reale.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F5C08-D5F9-466B-B96C-DD137BE3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23137-838C-497E-A961-70D0B4F8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Stimare CPU, RAM, disco, rete e spazio fisico con mesi di anticipo.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78E54-0FA9-4A41-82FD-0E6D0F16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FE918-9628-49FB-B294-D5F4C4A1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Gestire alimentazione, raffreddamento, backup, ricambi e connettivita.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96153-DB4D-4F96-90BE-C65A4CE9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C63C5-097C-4846-8813-D0512464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Aggiungere capacita lentamente, spesso con sovradimensionamento.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499AE-6CFF-4AC5-B5CB-76BCED51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9A164-5462-4562-BE9C-51A1A496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Aggiornare sistemi operativi, middleware e componenti di sicurezza.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348FF-BFEF-4632-9D9A-A8A3E504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703C6-E1E7-48BF-8C9F-4C533BF3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Assumersi direttamente il rischio di guasti fisici e picchi improvvisi.</a:t>
            </a:r>
          </a:p>
        </p:txBody>
      </p:sp>
    </p:spTree>
    <p:extLst>
      <p:ext uri="{BB962C8B-B14F-4D97-AF65-F5344CB8AC3E}">
        <p14:creationId xmlns:p14="http://schemas.microsoft.com/office/powerpoint/2010/main" val="800223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F0E59-044E-4AFB-A670-3E294D0D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CD6C0-BE0D-40D1-A600-C2651C2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809E2-EE1D-4FB0-85DC-03F762E5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On-premise vs cloud: il cambio mentale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03054-177D-4DFB-BD4C-A1EB1D76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381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7C2E2-0E4E-42F6-893E-19B35706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257300"/>
            <a:ext cx="55340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FAA90-EE39-48B6-B747-DE24E382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On-premise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88256-EFF1-4E3D-A357-C1E7EC00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543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F513C-F34B-43D8-9CCD-E0F19552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A0376-C18A-4DAD-BE84-95576771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Acquisto e gestione diretta dell'hardware.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FAA98-2E3F-4FDD-A0C6-801BE572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0B5BD-992A-495B-988A-B1261510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Capacita pianificata in anticipo.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09420-E0AF-461D-A69C-309AB499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BC13C-85A1-40F6-8190-7089F7E6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Tempi lunghi per nuove risorse.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A1D94-EADC-4204-A43B-F406D8E0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35119-641D-40DA-83C6-DD4A1F1E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Controllo fisico elevato.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9DFEE-A361-49BC-AF61-36227D0F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9267F-5FD6-4497-9AB0-BF960CA7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Costi spesso anticipati.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25D3C-2959-4EA8-A40A-37D7E2D3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0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E4698-9446-42F8-9740-E8126CB5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95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Risorse richieste via console, API o automazione.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EA89E-8EC2-4E5C-B8CB-ED3BB82D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0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B625A-D699-4079-A5B0-DBB63261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86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Capacita elastica e misurata.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F9145-767B-4188-980D-06967CB7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4983E-25E1-4646-94C4-B9BA25FE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76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Servizi gestiti pronti all'uso.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8F539-37E3-45BD-AEB8-1067285A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814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38B72F-44BE-4642-94BA-1B58A99E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Responsabilita condivisa con il provider.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AF7AFD-7007-4B64-B15E-FED6966E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72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BC7A1-4607-478C-9064-41600048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457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Costi legati al consumo.</a:t>
            </a:r>
          </a:p>
        </p:txBody>
      </p:sp>
    </p:spTree>
    <p:extLst>
      <p:ext uri="{BB962C8B-B14F-4D97-AF65-F5344CB8AC3E}">
        <p14:creationId xmlns:p14="http://schemas.microsoft.com/office/powerpoint/2010/main" val="949963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8AC00E-F880-4BA0-938E-666C5923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FDC1B-A5ED-44B2-B10C-BC109557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40E61-560E-40B4-86E0-7739EAD8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Definizione semplice di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0787D-2AF6-497B-8656-DAA123CD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Versione didattica da ricordare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DCE9C-3BCB-42C3-A50C-CA031E7A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C33CC-EFDC-4343-BAA1-8B2C3E73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Il cloud e un modo per usare risorse IT come servizi accessibili via rete.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DA6CC-08B8-4FC6-BEDD-D76752EE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BF8FE-18CB-41F4-978B-ED694812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Le risorse possono essere server, storage, database, rete, sicurezza, strumenti di sviluppo e servizi applicativi.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880AC-2060-48B2-9EF7-23BD2C7D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2EA67-82A3-42C0-9F46-59171E5A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L'utente non deve necessariamente possedere o gestire l'infrastruttura fisica sottostante.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343B8-261D-48D0-9279-064EDDEA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1C818-6C7E-4332-85BC-DF8A3A86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Le risorse possono essere create, modificate, scalate e rimosse molto piu rapidamente.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868E8-F442-467D-BB59-80BB1606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F2D26-50FB-4E2F-83C0-5AEC15D5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Il consumo puo essere misurato e collegato ai costi.</a:t>
            </a:r>
          </a:p>
        </p:txBody>
      </p:sp>
    </p:spTree>
    <p:extLst>
      <p:ext uri="{BB962C8B-B14F-4D97-AF65-F5344CB8AC3E}">
        <p14:creationId xmlns:p14="http://schemas.microsoft.com/office/powerpoint/2010/main" val="5855819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461749-9DB4-4F17-B892-A8E78E4E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4D266-067A-4462-8973-541FB7CF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49125-C116-47A2-BE4B-EAE783E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Le 5 caratteristiche essenziali secondo NIST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3DBBE-EA88-42A4-AE4F-4581780A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D118F-349C-42AA-A027-AA3CF8B6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On-demand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54BED-8921-4FA8-8400-E83C3F7E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L'utente puo richiedere risorse quando servono, senza un intervento manuale continuo.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1AB50-5ED9-4E93-A112-CCECCA69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79DF6-DF16-4A4B-9B79-CC14125C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71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Accesso via rete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18BD8-508E-4126-8297-E2B5503A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69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Le risorse sono disponibili tramite rete e protocolli standard.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9AB51-11E4-44CE-A927-51FDD844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811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1A3B0-356F-4E30-A1A1-2793317A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Resource pooling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4B5D1-18E2-4C80-9A39-DEFE862A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669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Il provider condivide pool di risorse tra piu clienti, isolandoli logicamente.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3AFA7-DC93-42E7-857B-B818E600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5E9F5-7B22-483C-86EB-245A910A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Elasticita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DEE01-E892-4B1E-94E7-309C31A6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La capacita puo crescere o ridursi rapidamente in base al bisogno.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501A3-B582-4DFA-9645-E66CA731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21258-82FA-4A44-A6A6-E82D2056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Misurazione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2F4C7-9BF7-4F42-AD02-B79B2EF8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95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Uso, prestazioni e costi possono essere monitorati e misurati.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1AA8B-F21D-4E5D-8E24-FA7D0EF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C96C3-84FE-4B6B-9F3D-28C61FBF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Idea chiave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D5629-9368-4E61-9FBE-2EC46C5F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Cloud non significa solo 'server remoto': significa modello operativo diverso.</a:t>
            </a:r>
          </a:p>
        </p:txBody>
      </p:sp>
    </p:spTree>
    <p:extLst>
      <p:ext uri="{BB962C8B-B14F-4D97-AF65-F5344CB8AC3E}">
        <p14:creationId xmlns:p14="http://schemas.microsoft.com/office/powerpoint/2010/main" val="20076482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997E3-EA06-4743-AD92-724B7BA7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40426-F855-429B-A347-39997066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201ED-485C-4845-98A0-0AE3B431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Cloud non significa una sola cosa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09F74-C130-497B-8AB3-53CF1B65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Tre dimensioni da distinguere sempre.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9D511-03C9-4089-A59D-8AB9896F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2C3B0-0B8B-4531-A38B-D8E57F8F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Domanda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09990-6E07-4A13-B32F-6B985DA3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Opzioni tipiche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D9979-EDFB-4EF9-8599-43D5832E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Perche conta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E7536-1148-463F-9F28-0D68FC5A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54FA1-4C76-49D3-9977-4B372903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Dove gira?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ACCAB-CBBA-432E-95E1-79A4EBB1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Pubblico, privato, ibrido, multi-cloud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40E2B-25A5-4244-8E84-097B60E8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Influenza controllo, compliance, costi e operativita.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25922-9D64-4B72-90E1-AA14CAA7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8EC6A-EE62-451B-AC9F-BA5C13E1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Quanto gestisco?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D8CE3-FFC5-40C3-B739-8CA119AB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IaaS, PaaS, SaaS, serverless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E716D-847B-4D6C-A5F0-62A69BFA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Definisce quanta responsabilita tecnica resta al team.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ABA44-83BE-4E98-B0F7-F3B48F06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4D17E-D903-4970-96D0-527770D2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Come progetto?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57BF1-5762-44A3-9B93-49F8F48A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Servizi gestiti, rete, dati, sicurezza, monitoraggio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701CD-8071-453D-8C76-D8A86BEA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Determina qualita e robustezza dell'applicazione.</a:t>
            </a:r>
          </a:p>
        </p:txBody>
      </p:sp>
    </p:spTree>
    <p:extLst>
      <p:ext uri="{BB962C8B-B14F-4D97-AF65-F5344CB8AC3E}">
        <p14:creationId xmlns:p14="http://schemas.microsoft.com/office/powerpoint/2010/main" val="625201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4CC39-84BA-4568-BA7B-2A31690C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286F2-49DD-44D9-AB07-C89AA5D7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9A21A-BBAC-4693-877C-99C6B643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SEZIONE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5977B-4E49-443E-A6C6-8CA66B9C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Modelli di distribuzione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359AC-E755-4C97-85B2-78087EEB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B7B16-D7DB-40BD-95E5-0BB033C2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Pubblico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03489-6B0F-4620-B8B6-93695E60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4F3CD-7BFD-48C9-A919-8BD7C7FA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Privato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42FA7-62A9-44DA-9D91-6748AA43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6E9C0-FBA9-4DFA-9EAA-768F6AB6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Ibrido / Multi-cloud</a:t>
            </a:r>
          </a:p>
        </p:txBody>
      </p:sp>
    </p:spTree>
    <p:extLst>
      <p:ext uri="{BB962C8B-B14F-4D97-AF65-F5344CB8AC3E}">
        <p14:creationId xmlns:p14="http://schemas.microsoft.com/office/powerpoint/2010/main" val="20677545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F8B0C-2EDA-4FFE-8A96-D3FAE4B5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F19F4-AD0F-43D0-B5B8-EC006E4F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68356-FB23-43F4-B63C-BA3DD96A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Cloud pubblico e cloud privato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65CF8-C03A-429D-9952-4CC76B37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381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FEAC2-8D2F-4611-A1C9-A76408CF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257300"/>
            <a:ext cx="55340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3D3AC-0523-4F0E-9932-12334321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Cloud pubblico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D46D7-6137-4815-9648-95729157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543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Cloud privato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72B8D-2326-4606-BB6B-730DBA84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08C06-AE7E-4089-AFD7-4416A8AF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Infrastruttura del provider usata da piu clienti.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7BB6A-0A40-4D6E-95E0-66931F85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8A9F2-646A-4B05-8176-954EAE90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Esempi: AWS, Microsoft Azure, Google Cloud.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8CBDD-C757-41C6-B1E3-A47DCB5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0102A-7EE0-4DFB-B4F7-3862B750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Accesso rapido a molti servizi gestiti.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FDBAF-00CC-403E-B3BD-83DE1736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B7B91-4B11-4C53-A477-DAB46AE9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Costo a consumo e scalabilita elevata.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44782-8750-4324-B914-9595B2E8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A7AC2-37D5-4990-8631-515F6C87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Minore controllo fisico sull'infrastruttura.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2354E-F7F0-4BEF-8E98-A1DF9F01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0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BD247-8EA7-4441-A241-0CAEC73B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95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Ambiente dedicato a una singola organizzazione.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A321C-AFF9-4D7F-9F0D-72C6CBB9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0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7FDFD-4E79-42CF-B21D-C0FBBFE5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86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Puo stare nel data center aziendale o presso un provider.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E3C2A-395D-4476-9D34-08638246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CF46DA-6EF9-4644-A6E1-D3B4C851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76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Maggiore controllo su rete e requisiti specifici.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C4FE6-8981-427A-9013-C1BDDC3D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814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11CF38-056E-4D44-B0D0-4B6EE0C0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Richiede piu gestione interna.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D5F81D-F954-4BA6-88BB-55B3483C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72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EB95D2-A9EF-4FE0-9E08-F0EE73D8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457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Utile in scenari regolati o molto vincolati.</a:t>
            </a:r>
          </a:p>
        </p:txBody>
      </p:sp>
    </p:spTree>
    <p:extLst>
      <p:ext uri="{BB962C8B-B14F-4D97-AF65-F5344CB8AC3E}">
        <p14:creationId xmlns:p14="http://schemas.microsoft.com/office/powerpoint/2010/main" val="18026051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F2B10F-78A6-426D-BEEB-0480499A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E24BB-5872-4B42-9792-0646616B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A96FB-7B60-43A1-B444-3086BF44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Cloud ibrido e multi-cloud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D7A72-E73B-407E-AD7B-B34FB106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Due parole spesso usate male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F84C0-4730-481B-9F23-E50AC42D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015BA-A2EA-4D1E-88E0-55F1721A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Cloud ibrido: una parte resta on-premise o privata, una parte usa cloud pubblico.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9FC71-2214-4BC4-B32A-E0C87D7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DF80E-6A9C-47CC-9990-BD7C86E6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Esempio: gestionale interno in azienda, portale clienti sul cloud pubblico.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D190F-794F-450D-9BFF-4AEF201B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7C890-A079-4C48-914D-BA85B0D6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Multi-cloud: uso intenzionale di piu provider cloud pubblici.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4CEAF-FC63-455C-A95A-2CCA2476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AD74C-D52F-4167-850D-316540E1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Esempio: analytics su Google Cloud, applicazione core su Azure, backup su AWS.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F9253-8795-4920-A98E-466661C3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447B3-5D3E-4761-AFF3-BBF1DD21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Attenzione: multi-cloud aumenta flessibilita, ma anche complessita operativa.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7C0FF-8C96-47F6-8ED0-91AC7CCD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EEA47-2319-48EE-9548-74FB3811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Regola pratica: scegliere piu cloud solo se c'e un motivo reale.</a:t>
            </a:r>
          </a:p>
        </p:txBody>
      </p:sp>
    </p:spTree>
    <p:extLst>
      <p:ext uri="{BB962C8B-B14F-4D97-AF65-F5344CB8AC3E}">
        <p14:creationId xmlns:p14="http://schemas.microsoft.com/office/powerpoint/2010/main" val="10824388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B36FE7-E145-460D-B150-C9164AD7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F3D50-B721-4BE6-AFEE-7AD6930E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E287A-1236-4A40-930B-9E8E43EA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Quando scegliere quale modello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BBE95-E33D-40E5-BE59-724A91AB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Decisioni tipiche in fase di progettazione.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579DC-90C8-4A87-9A66-DE4EAEF0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71615-D3AF-4B99-9008-284C8048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22CAF-4D36-48FF-BD7D-AFBFBBE3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Modello probabile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CE3A6-3209-4EA0-B254-36175455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Motivazione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11D4B-746A-4F77-8C13-DFF2609D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EA186-540C-47F6-82F2-7A486A4C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Startup che deve partire velocemente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194BE-B9B0-4B6D-86E3-B9FA6D30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Cloud pubblico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ECFDB-95DB-4C20-BC8A-CF380EED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Velocita, servizi pronti, costo iniziale basso.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0A7C2-CE11-4A0E-9D02-F6CFBC78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8B645-C19C-4ECA-9CB7-4A3F4847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Banca con sistemi legacy e nuovi canali digitali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463F2-63A7-4E95-A474-6AB1B77E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Ibrido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FBCB9-B163-4C1D-B4B5-F6D19AD9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Continuita dei sistemi esistenti e innovazione graduale.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3CD28-4BB5-41E3-BB41-62FF15AB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07214-F934-417C-9C8D-0147EFBC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Ente con requisiti severi di isolamento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45629-A72D-40FA-A1DA-CD704774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Privato o sovrano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BED6E-63E5-4485-9F0A-D3323F84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Controllo e compliance.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3985E-19BA-4A4E-A462-9468ACB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89C67-C738-4212-8FDD-E64B9484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Azienda globale con strategia anti lock-in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FA86A-9B97-482F-B12A-0385AA38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Multi-cloud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3078A4-CD7A-44CB-AEF0-0581DD3D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Riduzione dipendenza da un solo provider, ma piu complessita.</a:t>
            </a:r>
          </a:p>
        </p:txBody>
      </p:sp>
    </p:spTree>
    <p:extLst>
      <p:ext uri="{BB962C8B-B14F-4D97-AF65-F5344CB8AC3E}">
        <p14:creationId xmlns:p14="http://schemas.microsoft.com/office/powerpoint/2010/main" val="20449885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68421A-971B-4981-BA9F-A65854E6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F7832-626C-40FE-AD80-B0A134C2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9CFDE-22EE-4029-A7D4-59EBF289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SEZIONE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4E689-3D6D-4B55-B290-D0FDA94D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Modelli di servizio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9D88A-038D-406F-ADB0-16716A7A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6FBB0-DBAD-48CC-BCA9-DC811B96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IaaS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12476-4B10-45FF-86D7-978AC32B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9EEF9-2913-4B6F-96A8-E35D747D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6EFD3-7505-4C06-9C0E-A2259C20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72E2B-F815-4F42-A7D9-C114B792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SaaS / Serverless</a:t>
            </a:r>
          </a:p>
        </p:txBody>
      </p:sp>
    </p:spTree>
    <p:extLst>
      <p:ext uri="{BB962C8B-B14F-4D97-AF65-F5344CB8AC3E}">
        <p14:creationId xmlns:p14="http://schemas.microsoft.com/office/powerpoint/2010/main" val="11587955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478AC9-2E1B-47FD-9C7E-4E85CA4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46346-B955-4285-976D-7DF52893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90CD4-DBAC-482E-8A19-AAADAE7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Da infrastruttura a servizio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BFFA1-1FFF-4690-9B72-CF16FA75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038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B1163-735C-4CCF-B22B-6803D941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D9EA5-25A0-468E-8B80-62359E48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IaaS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663F6-5F6F-460D-BCAD-EC36B0F0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Noleggio risorse base: VM, dischi, rete. Il team gestisce molto.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D3D74-4ED5-4385-BB81-21826B8E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571625"/>
            <a:ext cx="2038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C267D-691D-4171-9FDE-1CEE8B55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621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15171-703F-470C-9AA5-78D8640D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5742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PaaS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6571E-1828-472C-A40A-7F81F8DE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765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Il provider gestisce runtime e piattaforma. Il team porta il codice.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2C575-9E0F-4124-AC2D-C51C20BD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71625"/>
            <a:ext cx="2038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BCE2C-3295-4758-8CA9-A1D92509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C28D9-C418-4799-BA60-93C233FF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5742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Serverless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BC774-8B1F-45C6-B91A-5BB0E7E2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765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Il team definisce funzione o servizio; il provider scala e opera l'esecuzione.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E7576-61F1-423D-9E4B-8D2BDE23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571625"/>
            <a:ext cx="2038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AA276-F874-43F7-9CF4-D832ECD6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621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AFA44-76E7-4577-95E2-0B3DACE7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5742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42B82-02F7-4AA3-8B18-32340E0C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765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Il team usa un'applicazione gia pronta: CRM, mail, collaborazione.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470AE-6909-4341-BF3C-A5BA07FC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71625"/>
            <a:ext cx="2038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E2756-DF0C-4E3F-8647-03E4394D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621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CA8CA5-C487-4FF4-808D-12054982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5742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Scelta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0DD56-9B8F-4875-A4DB-17532A1A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765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Piu gestione diretta = piu controllo. Piu servizio gestito = piu velocita.</a:t>
            </a:r>
          </a:p>
        </p:txBody>
      </p: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38400" y="28956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14875" y="28956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991350" y="28956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cxnSp>
        <p:nvCxnSpPr>
          <p:cNvPr id="55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267825" y="28956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B5F7B-9449-4EE8-8010-50F7E1B8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Messaggio chiave: ogni architettura e una catena di decisioni motivate, non un elenco di servizi.</a:t>
            </a:r>
          </a:p>
        </p:txBody>
      </p:sp>
    </p:spTree>
    <p:extLst>
      <p:ext uri="{BB962C8B-B14F-4D97-AF65-F5344CB8AC3E}">
        <p14:creationId xmlns:p14="http://schemas.microsoft.com/office/powerpoint/2010/main" val="7929605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543E17-681B-469E-B7CE-86100DF0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47F17-E685-4117-9CD1-353F4F68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7D2DC-8848-4E9A-83C7-911BDB9C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IaaS, PaaS, SaaS, serverless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7FB9A-3F0B-44DA-92F2-B089EF4E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Il punto centrale e il confine di responsabilita.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E1BA6-A8AA-4164-97CA-CAD6D2E9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C693C-69BA-4C66-A69D-3CCB8E6B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Modello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F53D8-D062-4B80-8B10-3BA8E5C6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28775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Cosa gestisco 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E73C2-3547-4A00-BC0E-8E202E20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287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Esempio mentale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FFF6F-9933-4233-976D-A7603832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2877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Quando ha senso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6936D-4CEC-4196-AA58-933D750C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E5356-246F-4ECD-9D05-DC8FA746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IaaS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43835-1EE2-483F-A029-795A80FD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764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Sistema operativo, runtime, patch applicative, deploy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11427-5B25-41A5-8179-466B798D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764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Macchina virtuale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E5CC8-F203-4560-AF0B-65E3EE4B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Serve controllo sul sistema.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F76EE-09F8-4517-8ABC-F4FA26F3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97474-6708-471B-BBF8-450A0A00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PaaS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26212-7C66-479E-B160-6956024D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051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Codice, configurazione, dati applicativi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FB960-BE11-4A7E-B34D-031DF3E0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051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Web app gestita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8529D-8B3F-4F83-BD35-2043FD75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Voglio ridurre gestione infra.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62086-4297-4167-9270-B015890A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021B0-83A4-4B60-ADB0-BC0FAE2C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Serverless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53F7B-ECA7-4EC0-94DF-7B1A4727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Funzione, evento, permessi, dati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7219A-D42D-4A3D-B4A9-F0ED15D1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337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Funzione su richiesta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512AA-58DA-491D-98DE-D816EAA9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Carichi variabili o workflow a eventi.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2A8D5-898B-4673-974E-4C4F2DF1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DE4CC-242B-4961-8526-2291FF1C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SaaS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99B73A-15AD-414A-A5B1-61EF40DA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624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Utenti, dati, configurazioni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382B94-28FB-42B6-9328-7289C0FF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624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Applicazione pronta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A105B5-7ED2-4E0B-8BE5-D5CB4314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Non voglio costruire il software.</a:t>
            </a:r>
          </a:p>
        </p:txBody>
      </p:sp>
    </p:spTree>
    <p:extLst>
      <p:ext uri="{BB962C8B-B14F-4D97-AF65-F5344CB8AC3E}">
        <p14:creationId xmlns:p14="http://schemas.microsoft.com/office/powerpoint/2010/main" val="16297162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7C7F5-2D6C-4A06-B427-C511C0E1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C5E73-EA6C-466E-9386-7986D4CF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1E48E-85B7-4B75-A0FD-FBE8BB51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Trade-off: controllo contro velocita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BCCF3-CD65-46F8-8BD7-F9182DA3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381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290EE-B152-404C-8D70-7B358CCC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257300"/>
            <a:ext cx="55340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EDD68-8D58-4FB4-8387-1AFEADBE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Piu controllo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24498-55AC-4100-87B7-4B1A3A6D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543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Piu servizio gestito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6C9B9-6E47-4915-95C1-432C7F05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EF435-4DEA-4CC3-B2B6-3603208E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Maggiore liberta su sistema operativo e runtime.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895BA-69D3-4204-81BC-7976E958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43D7B-8DD6-48F6-9F1A-69F718F1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Possibilita di configurazioni particolari.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A9C51-EB84-4996-A715-19231FE1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386EB-4F16-4DF5-913A-7C0553D9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Maggiore responsabilita su patch e sicurezza.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59358-89DC-409C-A52E-60602875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78E4F-0CCD-4D07-B12F-BDC4B0C3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Maggiore rischio di errori operativi.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2F325-CDE5-4959-B5F4-73024A2D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0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3B44B-21BC-4C92-AAFB-2B0A701D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95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Meno gestione dell'infrastruttura sottostante.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7A5B8-97CC-45B1-8543-025487E4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0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624B8-8862-4451-A14A-A1561CD1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86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Time-to-market piu rapido.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42641-FD68-4175-9496-D6DA5311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33C85-353B-4200-BC5F-C4964ED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76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Scalabilita spesso integrata.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E2B1F-E85E-436A-94B9-6F59A489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814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6D75F-D645-4ADC-A68E-DA301F58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Meno liberta su dettagli bassi della piattaforma.</a:t>
            </a:r>
          </a:p>
        </p:txBody>
      </p:sp>
    </p:spTree>
    <p:extLst>
      <p:ext uri="{BB962C8B-B14F-4D97-AF65-F5344CB8AC3E}">
        <p14:creationId xmlns:p14="http://schemas.microsoft.com/office/powerpoint/2010/main" val="7665201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12817F-10F9-40CC-93CD-E431F23E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44033-22B6-4BF5-A67E-C29014C1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A0B5D-39BC-4B6B-B26D-7B507F09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Errore comune: scegliere il servizio prima del 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DDB73-5815-4362-B414-9DC19786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La sequenza corretta e l'opposto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0189A-91FF-4A76-99D7-BADC9B89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F4116-3E53-4209-A7B6-7676FA37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Non partire da: voglio usare Kubernetes, Lambda, Blob Storage, RDS...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65FD9-C8D0-424D-9FAE-CC57E82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20A5A-2C92-443C-9818-AF50F117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Parti da: chi usa l'applicazione? quali dati? quali picchi? quali rischi?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2D5E5-16E2-4D25-A0B4-E94C7224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CC22A-AF51-426F-AD8C-597B3B8F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Poi definisci requisiti: disponibilita, sicurezza, prestazioni, costi, manutenzione.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61CEB-E3C6-45F8-B602-370A742A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CDE33-18E3-4C22-83BC-C24ED623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Solo alla fine scegli il servizio piu adatto.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A7C89-479E-42BE-B641-973F67EB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D12BE-3250-4BD3-98CE-CBD11FAE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Una buona architettura si spiega con il perche, non con il nome dei servizi.</a:t>
            </a:r>
          </a:p>
        </p:txBody>
      </p:sp>
    </p:spTree>
    <p:extLst>
      <p:ext uri="{BB962C8B-B14F-4D97-AF65-F5344CB8AC3E}">
        <p14:creationId xmlns:p14="http://schemas.microsoft.com/office/powerpoint/2010/main" val="20789771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5BEA29-8336-4FB9-ABF3-8CBF8720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AA397-90B5-4A95-81F9-3ACD2BF7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9E853-E884-44CC-9332-857CFAF0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SEZIONE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4AC37-EE38-46F7-9FB9-A547A9BA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Dove vivono le risorse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D80F1-696B-41B4-8845-F8303AD2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79313-7CBE-4A12-BBD4-74061BAC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Region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B7CF4-4745-4015-84B5-5D3A3138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A3656-5F8B-4E6F-9DF8-99CB14E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Zone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3EFA8-C508-489E-97A4-1662584A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152FD-5254-476B-A394-DDDE6D3F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Alta disponibilita</a:t>
            </a:r>
          </a:p>
        </p:txBody>
      </p:sp>
    </p:spTree>
    <p:extLst>
      <p:ext uri="{BB962C8B-B14F-4D97-AF65-F5344CB8AC3E}">
        <p14:creationId xmlns:p14="http://schemas.microsoft.com/office/powerpoint/2010/main" val="18960410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CFF25-FC9B-4F32-9790-9747F27D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0F4DC-936E-4529-B4DB-C77E85A8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B700F-8930-4E07-8DD6-D29E9CFD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Region: area geografica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8A614-5688-4D52-A6B0-4FDDC024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Una region e un'area geografica in cui il provider offre servizi cloud.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44AD5-8950-4B61-A0BF-A900C7E3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C3276-B0F7-484D-9235-B9D42CB8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Esempi concettuali: Europa, Italia, Germania, Irlanda, Stati Uniti.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907BD-C87E-4799-A979-7FD6E9E1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92C04-318A-49DA-91FD-4EE02C8E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La scelta della region influenza latenza verso gli utenti.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43157-FEC0-4507-B5FE-43D78B03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ED154-9F83-4677-B23B-30D884E6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Influenza anche residenza del dato, requisiti legali e disponibilita dei servizi.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A12A6-9991-492C-B046-29DBDAEA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EE71C-273A-46EC-88F0-2D814C3E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Non tutti i servizi sono sempre disponibili in tutte le region.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9551C-D9FB-4523-96D2-56CB3C23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C2B50-920C-4089-8B8A-02B29203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Alcune architetture usano una sola region, altre piu region per continuita operativa.</a:t>
            </a:r>
          </a:p>
        </p:txBody>
      </p:sp>
    </p:spTree>
    <p:extLst>
      <p:ext uri="{BB962C8B-B14F-4D97-AF65-F5344CB8AC3E}">
        <p14:creationId xmlns:p14="http://schemas.microsoft.com/office/powerpoint/2010/main" val="4411556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8EB70-5C3A-483B-AF78-481EC667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586F2-E57C-4985-B121-5A0E1D10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6141A-720D-4EDA-9906-AFF3FDDF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Zone: isolamento dentro una region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87960-5CC0-443D-88D7-58D8794E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Le zone sono aree isolate all'interno di una stessa region.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33AE9-E69B-4EDC-AA38-50BFAE52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97ECA-4922-44B7-BFA7-6AF5364D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Ogni zona ha isolamento fisico e infrastrutturale rispetto alle altre zone.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66181-A431-4170-B2AD-0A037124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3AE32-E838-4C26-A0D6-1FFBFD98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Distribuire componenti su piu zone riduce il rischio di fermo per guasto locale.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8FC5D-181F-49C9-84A6-ACF877AA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4E7A6-7FBB-4CB8-AE0F-5DDE8E5B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Una sola VM in una sola zona e un single point of failure.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60E3C-DE87-486D-81E6-BF22B34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1ECA2-883F-4C78-8E63-8877AB89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Un'applicazione piu robusta usa piu istanze e un bilanciatore.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F2EE1-4D37-4322-97D3-7E9203B9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168E9-01B1-447A-8653-F6C81849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Il database puo avere replica o modalita ad alta disponibilita.</a:t>
            </a:r>
          </a:p>
        </p:txBody>
      </p:sp>
    </p:spTree>
    <p:extLst>
      <p:ext uri="{BB962C8B-B14F-4D97-AF65-F5344CB8AC3E}">
        <p14:creationId xmlns:p14="http://schemas.microsoft.com/office/powerpoint/2010/main" val="8654258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AB2FC9-1F8F-4AA4-8BD3-B1451E17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6E93E-A8B3-4E26-ABB1-BCB90FF1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8E2D4-2D0C-4C83-BF4C-F9A05B93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Region e zone: rappresentazione semplice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02FD1-FAE5-495E-A51A-7F2D2EB0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Non e importante ricordare i nomi: e importante capire l'isolamento.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717EB-2AC4-41F0-A87F-A9B7BD15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A5387-7FD1-4243-9F8E-6F619C79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86025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Region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Europa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6FBCA-62B2-48FB-912F-B6BD0B75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24709-9EA2-4C33-AE7B-B075772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Zona A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istanze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821ED-A570-4FF6-B7EC-D57B17DB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79EF8-7428-4AE5-8F76-8DBD024A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90900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Zona B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istanze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1EFF9-663F-431B-9C8B-78CDBBBB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238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B34C9-3988-41DC-8744-BAB324B3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76525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Servizi regionali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load balancer / 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94272-38CB-43EB-AA28-BB4CB383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24125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85F16-8785-482A-B29A-F8E6B0A4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7652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Utenti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vicini alla region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428875" y="2238375"/>
            <a:ext cx="904875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3333750" y="2238375"/>
            <a:ext cx="18097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5143500" y="2952750"/>
            <a:ext cx="10477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72500" y="29527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8537347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AC5ED3-A930-4BD8-96A3-6F138FA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4F3CE-BEED-4197-A3DD-8796A425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4DAA5-F819-4766-9DCB-27AF52EB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Perche la posizione conta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97745-E314-401C-8DFF-1137A028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La geografia non e solo una mappa: e una decisione tecnica.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22ED4-6B87-492C-81FC-C8C3580F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79D9E-E5A8-40A0-9A94-E125BBC5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Fattore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C2BB3-62A4-4F8E-AB1F-DBB802DC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Domanda da fare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5F136-DC41-4EE8-A7D7-01B3E77D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Impatto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A7003-8F95-4B4F-9E52-8E273EA9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B5218-0F6A-47AE-8F2A-FA2E00D5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Latenza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D6A6B-3F82-469F-BBCD-6709A029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Dove sono gli utenti?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8A728-66B2-4515-822C-50542318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Piu distanza puo significare risposte piu lente.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7CC5D-B9F6-46C3-97B6-7EE80D20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C6DFF-2880-4FC4-9CA7-2F1C2B07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Compliance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22098-4918-4D77-8EB1-598798CB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Dove possono stare i dati?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CBC39-35D3-40BC-A240-17EB295F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Alcuni dati devono restare in specifiche geografie.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7F937-D506-44BB-83C6-817C7A56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789A3-ECF4-44DB-9B92-F4B1F467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Disponibilita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1AD13-E1B5-4CBB-8237-7DF1BB4E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Cosa succede se una zona cade?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51985-77B3-4A66-86F5-76367C77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Servono ridondanza e distribuzione.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2BAE2-F5B7-437A-BE7E-4BE2CC9E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FF7E3-7FDC-414D-BD49-9E1AB326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Servizi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45E073-B598-4159-98B9-47479145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Il servizio scelto esiste in quella region?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FF714-CDBC-4D3D-BE36-65F14739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Non tutti i servizi sono ovunque.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CE59F-60A5-4729-987B-1C3E6342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F878B-80E9-4BB9-A3B4-54F2C2B8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Costo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C59F0E-2A3F-44D2-9F7C-8860C4E3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Il prezzo cambia per region?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5F88DB-84F9-4FE5-8A95-E7A5932A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Alcune scelte geografiche costano diversamente.</a:t>
            </a:r>
          </a:p>
        </p:txBody>
      </p:sp>
    </p:spTree>
    <p:extLst>
      <p:ext uri="{BB962C8B-B14F-4D97-AF65-F5344CB8AC3E}">
        <p14:creationId xmlns:p14="http://schemas.microsoft.com/office/powerpoint/2010/main" val="7554907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9D3B9A-2822-49E5-B1B1-15D73922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8C957-2CB2-43D3-A96A-820C1718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C700A-A33B-4E5A-8E60-3EACB7D1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SEZIONE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C9C3C-2756-48CD-A9F1-905F2867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Le famiglie di servizi 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B58A4-7A87-4F06-AF47-D3CF853C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C8281-AD08-4672-8A1D-84FCB934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Compute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080AD-62F0-4FC8-8A05-97D69C3B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AA0AA-5563-4549-936E-4177FC39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Dati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99BBA-EAA3-4D78-A00D-51407BB1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BA0C6-E610-4DC2-B978-FC404E48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Rete / Sicurezza</a:t>
            </a:r>
          </a:p>
        </p:txBody>
      </p:sp>
    </p:spTree>
    <p:extLst>
      <p:ext uri="{BB962C8B-B14F-4D97-AF65-F5344CB8AC3E}">
        <p14:creationId xmlns:p14="http://schemas.microsoft.com/office/powerpoint/2010/main" val="6763504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AE704E-65B7-44A9-8AC5-EBBD3013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39161-8EBD-48B0-BA79-0ECA4687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1908A-9ABC-414C-BCA5-A11AE972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Le grandi famiglie da riconoscere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C927D-7C1C-4FB3-8306-ADEE0D33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27B0A-8C5E-49A3-AECC-FB04A4CF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Compute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6E43D-F838-41E8-A463-B448AE48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Dove gira il codice: VM, container, app gestite, funzioni.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3FD60-A95B-49FB-BC6B-BD29CF2F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212D9-6103-4CDB-B894-4445B102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71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474BC-D65E-4D6D-A8B5-4544DB15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69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Dove salvo file e oggetti: immagini, documenti, backup, asset statici.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D2F8B-08E5-4350-BE56-3151D93A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8112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9605D-0A80-401E-A726-68689874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Database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656A6-D75D-49E4-A6C8-803D4D0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669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Dove salvo dati strutturati: utenti, ordini, configurazioni, transazioni.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3735F-1FFE-4BCB-893D-E23837D3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8DFF5-384F-4EF8-B83C-978CBE5C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Networking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07D29-DAC4-4800-949A-DB6482BB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Come collego e proteggo componenti: reti private, subnet, DNS, load balancer.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5C277-448A-41C4-BBE6-03C303D1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5E610-3075-4553-A3F6-EC485C79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Identity &amp; Security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742A2-0642-41E0-BB6D-0830056F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95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Chi puo fare cosa: utenti, ruoli, permessi, segreti, cifratura.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28463-149F-49C1-A8BA-AD09DEE7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ED67C-AF5D-443E-8857-28AB790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Monitoring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9BB53-71C8-49A2-977B-1448A9A3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Come capisco cosa succede: log, metriche, alert, audit.</a:t>
            </a:r>
          </a:p>
        </p:txBody>
      </p:sp>
    </p:spTree>
    <p:extLst>
      <p:ext uri="{BB962C8B-B14F-4D97-AF65-F5344CB8AC3E}">
        <p14:creationId xmlns:p14="http://schemas.microsoft.com/office/powerpoint/2010/main" val="1121093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742D7A-2307-4433-9668-CCF822D5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ED297-48BF-40B0-B02F-F512D930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3DED9-13DE-499C-834A-7F352E6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Compute: dove gira il codice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A08C2-9867-4775-B559-61202D1C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Quattro modi ricorrenti di eseguire applicazioni.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20926-934E-487C-BE7E-D9B78F3D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FE482-352E-4CA7-B38A-D157EF9B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Macchine virtuali: massimo controllo, piu gestione.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75EC5-0FD3-4330-BCC8-1A70A9E0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29F82-50D6-4CCB-BB7D-856E393D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Container: pacchetti applicativi portabili, utili per standardizzare deploy.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C9DBD-FE89-46BD-84B9-8AF357D5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3F682-88D6-4A70-AB30-36A38F3E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Piattaforme applicative gestite: carico il codice, il provider gestisce molta piattaforma.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99074-396E-4697-BE55-7CC0584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32992-809B-4ABA-9DAE-AB0800A5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Funzioni serverless: codice attivato da eventi, utile per compiti brevi o asincroni.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C72FD-1759-4DD8-8D0D-4169A7E0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CC5BB-0592-4253-BD48-7A4127E6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La domanda giusta: quanto controllo mi serve e quanta gestione voglio evitare?</a:t>
            </a:r>
          </a:p>
        </p:txBody>
      </p:sp>
    </p:spTree>
    <p:extLst>
      <p:ext uri="{BB962C8B-B14F-4D97-AF65-F5344CB8AC3E}">
        <p14:creationId xmlns:p14="http://schemas.microsoft.com/office/powerpoint/2010/main" val="6814179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E9A1ED-C77D-4F7D-9A70-53C71F6D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9C4D1-54A7-4F73-9178-7410E912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F8D3A-CAA2-4DDD-9AD2-C6E87A5C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Storage e database non sono sinonimi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C276E-592F-4325-9C68-02AC9D7D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Uno degli errori piu comuni nelle prime architetture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6B63D-AC8E-4EB0-A30F-7D7C354F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D2AFB-2939-41DF-BA5A-9D9DC068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Database: dati interrogabili e strutturati, relazioni, transazioni, consistenza.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431F7-4234-45E2-8AB6-4EB1973B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99B24-DFD0-4805-B6F1-029EC41A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Object storage: file e oggetti, come immagini, PDF, video, backup, export.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EEB3A-E3C5-4A0C-AF05-A631A23A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AD4B0-01E4-4414-BC2E-9B61718C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Block storage: disco collegato a una macchina o servizio.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646F3-F90E-4190-BDAA-9F86ECE7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87C35-E998-47DD-A5FE-B0B3E28D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File storage: filesystem condiviso tra piu istanze o applicazioni.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7A152-FD6B-4B91-990D-9B05FC63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7D0EB-A2D5-45D9-BCEE-19B4932F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Regola pratica: non mettere file pesanti nel database se non c'e un motivo forte.</a:t>
            </a:r>
          </a:p>
        </p:txBody>
      </p:sp>
    </p:spTree>
    <p:extLst>
      <p:ext uri="{BB962C8B-B14F-4D97-AF65-F5344CB8AC3E}">
        <p14:creationId xmlns:p14="http://schemas.microsoft.com/office/powerpoint/2010/main" val="20655430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E95013-5C60-409A-8762-15F3C57F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0A2D7-AABD-4C43-814E-E9F5AF65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10EB9-3AD2-4AE2-98C2-ABCEB0CD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Networking: il cloud ha una rete dentro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EECC3-23A6-4916-862F-753800F9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Non basta avere un'applicazione: bisogna decidere cosa e raggiungibile.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EDE4A-BC45-4501-8F3D-4F93B5E3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61CC9-74EE-4065-A711-638CD6C6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Una rete cloud privata isola le risorse dell'applicazione.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6A0F6-8763-47C6-AC3D-A4850ECD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AE0D4-8281-41DA-A7F3-8C9404A2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Le subnet separano aree pubbliche e private.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7DD17-387F-4282-9A28-BE43B97C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B4EE6-3E0E-4DF9-B31F-2463C194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Il load balancer espone l'applicazione e distribuisce traffico.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253E0-AB12-4EDD-95AC-07681E99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54415-5674-4AE4-AD04-34A802CA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Il database non dovrebbe essere esposto direttamente a Internet.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66122-5CF8-4128-96E8-1C17AE2E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9119E-C288-4A4A-8D96-AB2DD5A6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Firewall e regole di sicurezza limitano il traffico ammesso.</a:t>
            </a:r>
          </a:p>
        </p:txBody>
      </p:sp>
    </p:spTree>
    <p:extLst>
      <p:ext uri="{BB962C8B-B14F-4D97-AF65-F5344CB8AC3E}">
        <p14:creationId xmlns:p14="http://schemas.microsoft.com/office/powerpoint/2010/main" val="3959660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6E79B7-FA6E-43C4-8AEE-6B962645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D473C-92CE-48B7-8473-539CE846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2455E-E93E-428E-AE8A-261B3A74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Identity &amp; Security: chi puo fare cosa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AD5A4-BA59-450E-A7DC-05F025B3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La sicurezza si disegna dall'inizio.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D7014-E8AB-428B-BEE3-DFAD4243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AB663-9112-48ED-8575-A06533F6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IAM gestisce identita, ruoli e permessi.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3EF24-376F-4136-8D45-919F4F70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04678-C32B-45DD-9B0B-49215D25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Il principio del minimo privilegio dice: concedi solo cio che serve.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3ED3B-EEED-43CD-91EC-9DBB7106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E1641-B453-43ED-96A4-C6B3146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 segreti non vanno scritti nel codice: password, chiavi API, token.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264B0-4CCA-49E9-9827-43D944DB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A2413-3652-4191-813D-491BB5C4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La cifratura protegge dati a riposo e in transito.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C4DB9-173B-4637-B15F-6F130BFF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47F28-A1D7-4919-88BA-23FAB0F2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Logging e audit aiutano a capire chi ha fatto cosa.</a:t>
            </a:r>
          </a:p>
        </p:txBody>
      </p:sp>
    </p:spTree>
    <p:extLst>
      <p:ext uri="{BB962C8B-B14F-4D97-AF65-F5344CB8AC3E}">
        <p14:creationId xmlns:p14="http://schemas.microsoft.com/office/powerpoint/2010/main" val="54366402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7F5CE1-40E9-475A-AF7F-B34F918C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23FC0-9122-49B3-8427-AC0DA50E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A035A-DFB4-4EB0-BFC0-9F690F6E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Mappa neutra dei servizi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B8324-1B32-45BC-9796-A6286B37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Impariamo prima il concetto, poi il nome commerciale.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18F19-E548-4D7B-A4E8-79A8E6D4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3EEF1-E043-4BDB-9D8F-22322724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Concetto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A7D9E-B035-4D0E-A614-E55D2183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28775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4F088-B006-4088-B581-9AF868C4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287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Azure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4BA40-8235-4A77-87B4-B2AADA6D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28775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Google Cloud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0D174-2871-432F-A77A-27139A51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07041-8763-410F-9D0B-05D8FDBA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34F2F-DFFE-4F22-B74E-5E48E21D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764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EC2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22420-849D-4722-95B8-B03D017B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764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Virtual Machines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56A4D-E3DD-4755-A949-B57DB93B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Compute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07491-B29F-4A7F-97D5-ACE90494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6EE5B-1CC0-4878-BE69-1C26C537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Object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DCF6D-3CC4-4757-88F2-7AA599C3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908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DC1B5-0ACA-477B-B639-DA78C80A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908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Blob 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617AE-816D-4327-B216-02B7C1BB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908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Cloud 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D5392-804B-4260-A45E-FD35A482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46562-C335-48A3-8400-8D631F7D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Database relazionale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42C85-6691-4D8B-B7F7-7F75D907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051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RDS / Aurora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94181-D289-4900-9701-122E6842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051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Azure SQL / 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45F5CF-DFFE-4F45-AFA3-BF968D47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051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Cloud SQL / AlloyDB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3850E-F21E-4ECD-9EAD-6F91CA9D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CAC12D-4A90-4D26-8FE4-87A66FFC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Container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9ECC1B-1456-461E-9F8F-3560D48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195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ECS / EKS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A7247A-135C-435A-A26C-3A266884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AKS / Container Apps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E0927D-C8B6-4A9A-8EAC-57B0BB0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GKE / Cloud Run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2E5DC9-DDDE-44AE-B4AE-BA890307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31E04D-A582-4850-A548-7F8E7BCA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Funzioni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51E9B2-9272-4747-9A11-DE5F198D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338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Lambda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918A50-B398-4DF4-978A-DCDD6087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338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Azure Functions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F629BB-28C1-4E04-BEA2-AA023D29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338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Cloud Run functions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B7D5D3-E3BE-48AE-9D6A-5B1A990E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9C0FD3-606B-4AA1-A2DF-D8386F14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Rete privata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5AE018-2EC7-4675-A166-F1FC535E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VPC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10D730-BE22-46DA-B69F-C3361AAE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4820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Virtual Network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0884FB-FE0F-420A-B4F2-7D48D1C8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VPC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F07586-E745-4292-903A-07F35FBD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B1769F-DF2B-4B03-8083-73FC55A6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Identity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959EC1-F0C7-4CD6-86EC-40EDE796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625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IAM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6AA5CD-AC5B-416E-96EC-D2267B09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625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Entra ID / IAM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24A9FA-50C6-4137-8C58-710101EA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6255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IAM</a:t>
            </a:r>
          </a:p>
        </p:txBody>
      </p:sp>
    </p:spTree>
    <p:extLst>
      <p:ext uri="{BB962C8B-B14F-4D97-AF65-F5344CB8AC3E}">
        <p14:creationId xmlns:p14="http://schemas.microsoft.com/office/powerpoint/2010/main" val="16453065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3C03DE-75BB-4AFF-9825-1D3BCC24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8C766-0315-48A9-9810-02F96CE0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D4F5F-FF50-485A-A230-63526119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SEZIONE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BB612-D652-4486-B0C6-1C3EF886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Responsabilita condivisa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F9677-6DE6-4864-BA0F-399ACC0B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6DC49-9927-44AC-9D42-77B35D5D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E45AB-EDB0-41B7-9A25-45B2D6A7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84D68-E769-4A03-9E5A-9EF18D77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Cliente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3078F-7E59-49A1-88C6-F7F0255D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98329-E697-4B5D-B27C-F46DF238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Applicazione</a:t>
            </a:r>
          </a:p>
        </p:txBody>
      </p:sp>
    </p:spTree>
    <p:extLst>
      <p:ext uri="{BB962C8B-B14F-4D97-AF65-F5344CB8AC3E}">
        <p14:creationId xmlns:p14="http://schemas.microsoft.com/office/powerpoint/2010/main" val="9187649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01287F-ACBF-48AC-B3C3-61347322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7D7B4-65A2-4695-AD39-79A8D9EE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10634-26C6-4893-93A5-83EB141B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Responsabilita condivisa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6270D-0F3E-4F35-B568-5E2B1199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Nel cloud alcune cose le gestisce il provider, altre restano al cliente.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3F6C1-95C2-4BA7-BE1A-03309F59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E20FC-0AB0-41AA-BE9C-E80CC3E7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Il provider gestisce l'infrastruttura fisica: data center, hardware, alimentazione, rete fisica.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40B3D-F1A8-42CA-9BA8-32B3B099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13B2C-49F3-4374-A910-45C4A601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Il cliente gestisce configurazioni, accessi, dati, architettura e uso corretto dei servizi.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91841-BAFF-427B-8612-0F05A64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386EB-230D-41CA-A0A5-817E4436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Piu il servizio e gestito, piu responsabilita operativa passa al provider.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C8230-9BD9-4C05-86E8-BDFCBC2D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B1AC8-252E-435E-82A6-7776AE9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Ma sicurezza dei dati, identita, permessi e configurazioni restano sempre critici.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02A4C-5652-4CDC-AA9E-1864745C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332E5-41A0-4F0D-AF92-D7C0A90F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Errore comune: pensare che 'cloud' significhi automaticamente 'sicuro'.</a:t>
            </a:r>
          </a:p>
        </p:txBody>
      </p:sp>
    </p:spTree>
    <p:extLst>
      <p:ext uri="{BB962C8B-B14F-4D97-AF65-F5344CB8AC3E}">
        <p14:creationId xmlns:p14="http://schemas.microsoft.com/office/powerpoint/2010/main" val="3778080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E63CF0-FAEE-4097-AC78-E5966AE4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9B3A3-6F23-4649-85E3-F5D2DAF8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018A0-FC78-46B1-B73F-E822A56E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Esempi di responsabilita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063F1-E7DF-41E6-81E4-609A7A97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Il confine cambia in base al modello di servizio.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EE247-DB8E-4D29-8286-80AB1103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91035-4C8B-4355-A7E0-05AC426D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22C90-1042-42AA-B4CB-868AFEA6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Di solito provider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CE1EF-55F6-43C3-83D7-77EBC674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Di solito cliente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070C5-909B-4DE1-9F0E-2E6B1A16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6D84C-4EE7-45AC-85BE-F2C5904F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Data center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7E33D-C6CA-402E-A218-D78743D2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Struttura fisica, energia, raffreddamento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3AC10-C013-42B2-ACD4-021BE128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Scelta della region e requisiti di residenza dati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6FFC9-E1CB-4AD6-844E-0F704B25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F7551-4286-4287-995A-0DD784E2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Rete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54E11-6434-44C6-B650-12B123AA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Infrastruttura fisica del cloud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338CB-EFB0-417E-99DB-DE9AAE1D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Regole firewall, esposizione pubblica, subnet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34B2A-DC06-42BA-8A9B-DB6F0710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928B2-D73D-4D57-B14E-11DB20A0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Sistema operativo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58ED8-636D-4CA8-9987-80B95354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Gestito nei servizi PaaS/SaaS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783B5-73F6-4BE2-9415-431C7BCB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Gestito dal cliente nelle VM IaaS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0F9A6-1F01-4DB6-AFDA-CCDABC07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C52DD-33F0-4409-B9DF-371219A7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Dati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6F8B9-F45B-45CD-9B84-D1B1C4EA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Durabilita del servizio se configurata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C87C6-44CD-4DB4-9347-A88F41EE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Classificazione, backup logico, accessi, cifratura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9DBF7-D4CA-45BE-BC1B-0A5FA21F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BA34A-0B9F-403B-9430-CBEFC4A6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Identita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F09122-5CBD-40C9-8DF2-93992D55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Servizio IAM disponibile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E6AC5-291E-4D56-9EFF-226AD1A9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Ruoli, utenti, permessi, rotazione credenziali</a:t>
            </a:r>
          </a:p>
        </p:txBody>
      </p:sp>
    </p:spTree>
    <p:extLst>
      <p:ext uri="{BB962C8B-B14F-4D97-AF65-F5344CB8AC3E}">
        <p14:creationId xmlns:p14="http://schemas.microsoft.com/office/powerpoint/2010/main" val="10096418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DC5DE6-C6C6-4164-8844-FC7B0398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A9391-9708-4470-A853-BAE5FC99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6CC1E-943C-488D-8E73-B253525B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Domande di sicurezza da fare subito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88D6D-F810-4147-907D-729A3863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Anche nella prima bozza architetturale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2159C-2B52-4C30-83AE-11403081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E82DD-6DA3-4464-A8D5-7D7D9220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Quali componenti devono essere pubblici?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6B086-710A-43F9-A58D-3790C2C5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823D6-7E93-49C7-B858-D1B659B2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Quali componenti devono rimanere privati?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DEACA-0305-40D0-998D-50C8B380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89740-B43B-4B3F-AE51-C23D723F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Chi puo accedere al database?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7509F-3282-4A0C-A87C-3092E36C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B0B3C-85BD-421A-875E-F6DBF83E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Dove vengono salvate password, chiavi e token?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622B9-F9F2-44A2-856A-09273C70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37486-3933-4F02-A4C9-4E41E14A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 dati sono cifrati?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F47F0-A777-4A25-9EFB-BC6F998A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2A99D-538A-497E-988B-B6A43B3D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Come raccolgo log e audit?</a:t>
            </a:r>
          </a:p>
        </p:txBody>
      </p:sp>
    </p:spTree>
    <p:extLst>
      <p:ext uri="{BB962C8B-B14F-4D97-AF65-F5344CB8AC3E}">
        <p14:creationId xmlns:p14="http://schemas.microsoft.com/office/powerpoint/2010/main" val="18506090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33C5C3-7A70-47D1-8475-8A02DDA7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2C572-C495-4799-B348-ABBD4E12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5D2AC-6028-4E9A-9CA1-20E76D2F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SEZIONE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BB17A-BAC1-4C4D-9DA8-C6DECE5A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Pensare da cloud architect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C936C-4D10-4F30-8DA9-08F9724E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6919E-06A0-4D6C-898D-84431DD8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Requisiti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4397F-7A2D-4061-A663-D3231454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19C22-55E0-496F-B946-27744208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Componenti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D5C23-1701-4E58-9809-7C5A65D5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EDAA0-01CE-4F69-9C50-A23830F3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Trade-off</a:t>
            </a:r>
          </a:p>
        </p:txBody>
      </p:sp>
    </p:spTree>
    <p:extLst>
      <p:ext uri="{BB962C8B-B14F-4D97-AF65-F5344CB8AC3E}">
        <p14:creationId xmlns:p14="http://schemas.microsoft.com/office/powerpoint/2010/main" val="60567114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98269-83C2-432C-9F6B-7B0D3C38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7F2E2-A6CF-4B5D-BB97-F3B79093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DD5BC-3498-431F-9BF7-229CE7E5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Metodo in 5 passi per disegnare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4367F-0F23-45C4-B39A-B9EB70E3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038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9FC05-5C6D-4A2E-B9D4-E1F8576B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59D00-5703-4B11-BE05-08E7CE59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Capire utenti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713C2-0EBF-41CD-8DD0-EF171BFE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Chi usa il sistema? Da dove? Quanti? Con quali picchi?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99B8D-ABA0-425B-8B9E-769F7CB3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571625"/>
            <a:ext cx="2038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D37B9-F13B-44A3-90CB-91093300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621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98CC8-3F6A-4276-9931-FB01F78E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5742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Capire dati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D97F3-D26B-4FCC-B042-74B7F78D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765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Quali dati salvo? Sono sensibili? Quanto devono durare?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3B0F2-9167-46BC-B4F3-512A6A40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71625"/>
            <a:ext cx="2038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04116-646C-4BB2-932F-74E128E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ABE40-EF38-479A-BA36-DF455727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5742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Separare componenti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0E7C3-0D54-456F-B2D9-25748D6A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765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Frontend, backend, database, file, integrazioni, monitoraggio.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CAAD3-D0CE-4E4F-B994-2C2637E1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571625"/>
            <a:ext cx="2038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ECB25-8EBB-4886-ACB2-DECAFBB7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621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C5A00-86C0-4511-98B7-FCCF6927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5742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Aggiungere qualita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F88E5-5CC0-4A21-973C-26766E97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765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Sicurezza, scalabilita, disponibilita, backup, costi.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15346-AEAA-4419-9360-941A77BA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71625"/>
            <a:ext cx="20383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A0502-3C62-44C5-8B72-130F36DC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621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C98B7-F304-4DB8-BFE8-DC05AA58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57425"/>
            <a:ext cx="1657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Motivare scelte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26AFC-DE68-4697-A368-580300F5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76575"/>
            <a:ext cx="1657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Ogni servizio deve rispondere a un requisito, non a una moda.</a:t>
            </a:r>
          </a:p>
        </p:txBody>
      </p: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38400" y="28956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14875" y="28956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991350" y="28956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cxnSp>
        <p:nvCxnSpPr>
          <p:cNvPr id="55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267825" y="28956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978BBF-ACBA-4BCA-83CE-F0EDE0C1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Messaggio chiave: ogni architettura e una catena di decisioni motivate, non un elenco di servizi.</a:t>
            </a:r>
          </a:p>
        </p:txBody>
      </p:sp>
    </p:spTree>
    <p:extLst>
      <p:ext uri="{BB962C8B-B14F-4D97-AF65-F5344CB8AC3E}">
        <p14:creationId xmlns:p14="http://schemas.microsoft.com/office/powerpoint/2010/main" val="11072942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36BB97-2877-4D2B-B0E4-8DC3DAC7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358EF-7DCE-4D74-AD65-6D75BABA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111A8-BAC5-4A69-8FC3-7851B93E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Le domande dell'architetto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D445B-563A-4CDB-855A-D8F7A38D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Prima di disegnare scatole e frecce.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93B43-76DC-4E7B-8A60-AD10FFDE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1544F-BDE5-462D-98D5-6FCC7E15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A4621-EA0F-4172-B7B9-6EB40CBD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Domande guida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E1589-E99A-4FC7-9FEB-8B407337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1662A-2925-4122-A0B1-4B8306ED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93DA6-714D-4A37-821A-8EE7D2AD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Utenti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7AB9F-256F-4CFD-A572-1B8DA603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Chi entra? da dove? con quali dispositivi?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004EE-0AF3-48DE-A5DF-44C7E42F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Canali di accesso e carico atteso.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8AFEA-A44D-4C7A-826A-BA0D8BFC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30C8D-CE99-411F-B934-98C3F89E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Applicazione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4E898-113C-4C78-AAF5-15949AB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Che cosa deve fare il sistema?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6D71E-B228-4E2B-8119-A389F01F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Componenti applicativi principali.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4CA55-FA33-40D5-946D-AC8211B8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FA061-AFF1-4797-9FFC-ACD4608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Dati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146ED-B63E-4C25-A67F-975A4FB7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Quali dati salvo? quali sono critici?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E3AF7-6287-4AAF-9B83-83F12255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Database, storage, backup.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6AD0F-16E7-425F-98EC-7840CDB9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AB9A9-CA2B-4E99-9013-B32775B6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Sicurezza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44445-0F3D-43F9-B00C-DD78DB30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Chi puo fare cosa? cosa e pubblico?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FDE5E-D809-4E65-BB12-C81A6185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Ruoli, reti private, cifratura.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6CBC32-83C4-43DB-8FFE-C5A95322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71E63-D156-446F-92A8-39D158C9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Operativita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E2A7E1-F8ED-46CF-BA81-1CCA3F1A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Come scopro un problema?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9C4BB6-9C60-4EEE-80CA-F9D5D712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Log, metriche, alert.</a:t>
            </a:r>
          </a:p>
        </p:txBody>
      </p:sp>
    </p:spTree>
    <p:extLst>
      <p:ext uri="{BB962C8B-B14F-4D97-AF65-F5344CB8AC3E}">
        <p14:creationId xmlns:p14="http://schemas.microsoft.com/office/powerpoint/2010/main" val="14091551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14F6F9-761E-4562-A1D3-10AE4706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069D5-5D6D-4CD1-9688-B0E21967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699C2-F543-48D6-951B-D1782BF2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Che cosa rende buona una architettura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4F58F-D56E-40F6-8146-FB760EA2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Non basta che 'funzioni' sul diagramma.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F5C42-BC6D-4F0F-8ADE-9C100251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E4433-EADA-4291-A319-C5526BB2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E comprensibile: chi la guarda capisce i flussi principali.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EADD0-64CD-4211-8D84-006432D0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43FDD-7225-43AE-8E33-CCCF4EEE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E motivata: ogni componente ha un ruolo chiaro.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3F39C-2E4D-4329-B2F6-FF9938C0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CBFC4-1E07-414B-BB51-2E920B9F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Riduce i punti singoli di guasto dove serve.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85471-E587-4508-BE27-68C0DCF7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B17EB-1DC7-42D2-B95E-7E80F939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Protegge dati e componenti sensibili.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AF06E-C568-4993-84D2-0C6B36FC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33F01-A914-48C3-A5C5-AFCF4BDD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Permette di monitorare e correggere problemi.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16851-4629-41D7-A942-F2BC7636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BC649-F2FB-4476-9749-7E1AAE2C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Tiene conto dei costi e non usa servizi inutilmente complessi.</a:t>
            </a:r>
          </a:p>
        </p:txBody>
      </p:sp>
    </p:spTree>
    <p:extLst>
      <p:ext uri="{BB962C8B-B14F-4D97-AF65-F5344CB8AC3E}">
        <p14:creationId xmlns:p14="http://schemas.microsoft.com/office/powerpoint/2010/main" val="157144284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6A8BB1-01D7-4153-905C-B5B7260D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159B7-2CE2-477F-BEC8-FE1B6753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F19D9-0428-440A-8953-BDAE7F11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Primo assaggio di Well-Architected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F24D3-A8F4-4E2A-B260-CFBFD29F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Useremo questi criteri per valutare i disegni.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84735-383A-40B3-8213-862EDBE6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9741C-51E7-496F-AB1E-82C37DA8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Pilastro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A0D65-B8B8-4254-B898-9A35C298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Domanda semplice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E4F38-9890-4015-B8BB-D3F5EF03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Esempio nella prima giornata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2394D-391F-4208-A47E-04DE46F9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6BD49-6891-4251-B072-726A0009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Security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12A4B-9C0B-4F63-A906-87BA493D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Cosa proteggo e da chi?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85CB4-C635-452C-B609-D85C39F3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Database privato, accessi limitati.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AA3B2-F43C-465B-AEFA-4E90BE26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DE443-B6DF-4A86-B257-5EF2D94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Reliability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C9AF3-6F16-4136-B937-F80EFD23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Cosa succede se qualcosa cade?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A875A-E547-4FBB-895E-59F06406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Piu istanze, backup, monitoraggio.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C0DCB-8250-435E-B7B6-3CB54BEC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22EAC-5727-45C7-B732-93BC9B01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Performance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C6CC8-0579-4F5E-9790-727B2F1C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Risponde abbastanza velocemente?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1AEAC-7C30-4BBB-B49F-110B46A7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Region vicina, cache in futuro.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922E9-F0E6-41D1-BA89-4C5A7DE8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78DDC-EB2C-4752-8519-C61C3CC1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C0FE4-5B06-4266-9F84-65384647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Sto pagando cose inutili?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9A5E7-68BE-4BB9-B591-3ABABE59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Servizi proporzionati al caso.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934CCB-2921-4B61-8D41-519F1B70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A6868-C8E9-491E-A360-40815468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Operations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7AEFA-32CC-464C-8E6E-711E7F22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Come gestisco e osservo?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D9B1E-B177-47A1-BAC4-F335183B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Log, metriche, alert.</a:t>
            </a:r>
          </a:p>
        </p:txBody>
      </p:sp>
    </p:spTree>
    <p:extLst>
      <p:ext uri="{BB962C8B-B14F-4D97-AF65-F5344CB8AC3E}">
        <p14:creationId xmlns:p14="http://schemas.microsoft.com/office/powerpoint/2010/main" val="171297479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A8AB9-224E-4963-A8D6-E3BC3210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FBB24-4397-4068-A61A-F7427BE9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AA1A4-234F-4196-80BF-BF17E606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SEZIONE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2EB44-CB28-4AB8-B728-D350870F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Primo disegno guidato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61819-7DCE-40E1-91B3-787E2EE3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6D009-9D3C-405E-B282-21DB3D6D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Web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FF053-43CF-47D4-A8F0-45950733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4ECAE-4A4D-4F5C-BECB-504C52DF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Componenti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B3FA1-F1A8-4AE4-B47B-581B0577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A419D-A525-4939-AAC7-0608036F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Discussione</a:t>
            </a:r>
          </a:p>
        </p:txBody>
      </p:sp>
    </p:spTree>
    <p:extLst>
      <p:ext uri="{BB962C8B-B14F-4D97-AF65-F5344CB8AC3E}">
        <p14:creationId xmlns:p14="http://schemas.microsoft.com/office/powerpoint/2010/main" val="115872716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6D7C8F-D15A-4D0E-91C8-02A8D367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D95A9-7BA9-41D4-A81F-6B3C9CC8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19C3D-ABAC-432F-9A70-D8053CB2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Versione tradizionale: catena 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D40AB-7E08-4D44-9591-1A5431A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Semplificazione di partenza: non e ancora cloud, e un modo per vedere i blocchi.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A4294-FCEA-4016-BD3A-4A542CD4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1428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F2D23-6661-4F27-94CA-D03D7AB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19400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Utente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F23E6-1983-4BBA-9609-1731B9C2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6700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A6598-E590-4BFC-ABF6-617E8D4C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8194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Web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39458-3801-4A9A-B2A7-9E89DE15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B1272-1340-4396-9421-3BF10457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1771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Application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81D4E-3B4B-48A6-9AD8-CFB3BEAE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9550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DAA9E-3F87-4237-B71A-3803D65E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479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7A74C-9A40-4194-8D40-8885B73D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2425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30E2D-13F9-49D2-94D5-5C2F1B77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766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File/documenti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52625" y="3048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38625" y="30480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953250" y="2476500"/>
            <a:ext cx="71437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H="1">
            <a:off x="7667625" y="2476500"/>
            <a:ext cx="16192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37154570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3E70C4-6EEA-4817-B3D7-400B657F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F2514-F403-4189-BC2B-1ADEE441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DD042-92DE-4033-BE48-47B9A55E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Domande sul disegno tradizionale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B685E-4FA7-4E51-B041-FCF5C973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Usiamole per trasformarlo in cloud.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B8215-C603-49D4-9479-554E16EE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C2786-2E4D-46B2-AB04-D27FFC94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Se arriva piu traffico, quale componente soffre per primo?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C6A55-AF58-4CA7-81A1-0BE9BCD5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31B17-331E-4BB0-9C9D-804FA264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Se il server applicativo cade, il servizio resta disponibile?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AB35A-BAE4-429F-8B4F-CC25F0C3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336B8-78E2-4C6D-A9DA-0E0DD402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Il database deve essere raggiungibile da Internet?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BBF5E-03BF-4B05-B9E0-BA73820B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6F100-10A0-41F9-B446-2195D6F5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Dove salvo i documenti caricati dagli utenti?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00511-F1F0-4E40-9325-62C57FB3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F3995-5F27-48B3-AD69-6A005559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Come faccio backup e ripristino?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73754-5284-44F5-A26F-53E837A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1B979-A7A6-44D0-BE20-22CE72C5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Come capisco che l'applicazione non sta funzionando?</a:t>
            </a:r>
          </a:p>
        </p:txBody>
      </p:sp>
    </p:spTree>
    <p:extLst>
      <p:ext uri="{BB962C8B-B14F-4D97-AF65-F5344CB8AC3E}">
        <p14:creationId xmlns:p14="http://schemas.microsoft.com/office/powerpoint/2010/main" val="175723122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5C8398-F32F-48F0-8F2E-D39E2274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4EBF2-475B-429D-B6FA-3B76399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6AD04-5BAD-4CB1-83CF-71E3F5CD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Prima architettura cloud: web app semplice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1E58A-2295-458B-BD8C-5D205872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Caso: sito web aziendale con login, database clienti e caricamento documenti.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6FECA-725C-4F1F-A0E0-C6565421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476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EDE6E-E246-4762-8CC9-1D2ABB3D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247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Utenti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browser/mobile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E922A-4730-4ED0-BCC3-0349DED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0980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41C2C-8C72-4ABE-B866-2D8A59DF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129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Ingresso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DNS + 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44B42-5CC1-44EE-B363-4819842A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209800"/>
            <a:ext cx="1762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FA49B-3618-4603-BCA8-18148944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62200"/>
            <a:ext cx="15335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Applicazione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web/app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DCD35-0A94-4A96-B384-51A6222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75260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40355-6531-4F82-A7C0-CD70F142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05000"/>
            <a:ext cx="1485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Database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clienti/login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2DA50-7791-4CCB-943E-715A01A2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0515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24F9F-32B9-44E6-AA3C-735AE8FB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57550"/>
            <a:ext cx="1485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Storage oggetti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documenti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076AC-710F-4652-8C0B-21C90B7D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28875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C2968-BC26-426E-8EB8-F551BB72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81275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Monitoraggio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log e metriche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66925" y="263842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29100" y="263842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629400" y="2171700"/>
            <a:ext cx="638175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629400" y="2638425"/>
            <a:ext cx="638175" cy="885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629400" y="2638425"/>
            <a:ext cx="2990850" cy="209550"/>
          </a:xfrm>
          <a:prstGeom xmlns:a="http://schemas.openxmlformats.org/drawingml/2006/main" prst="bentConnector3">
            <a:avLst>
              <a:gd name="adj1" fmla="val 7643"/>
            </a:avLst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287DF-8BDB-42FF-B30F-0F4C5B52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Prima regola: separare responsabilita diverse. Applicazione, dati, file, sicurezza e monitoraggio non sono la stessa cosa.</a:t>
            </a:r>
          </a:p>
        </p:txBody>
      </p:sp>
    </p:spTree>
    <p:extLst>
      <p:ext uri="{BB962C8B-B14F-4D97-AF65-F5344CB8AC3E}">
        <p14:creationId xmlns:p14="http://schemas.microsoft.com/office/powerpoint/2010/main" val="166167737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001192-3FB5-408B-A8FC-3DA36E5C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688FA-05DD-450F-812F-E052AF24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293D3-E03C-4276-A568-9371531A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Componenti della prima architettura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8503B-9CD0-4AB0-9D88-473CFF84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Ogni scatola ha una responsabilita precisa.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005A1-3E78-40DD-AA78-22DCEEDD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105CF-ED63-4468-8C44-23C9589B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Componente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CD8F2-794D-46C5-A25F-49C96538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Responsabilita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654CB-5860-46A1-B4A6-30312CF2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Domanda di controllo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3467B-161B-419C-8391-995A0EBC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A3931-0C56-4AD5-BFF7-7B3A21BB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Utenti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E6744-ABE3-436E-BF33-D0493395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Accedono via browser o app mobile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EDB8A-CD48-4191-B3C1-306A67C5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Da dove arrivano? quanti sono?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96985-E6F5-4DDF-9C78-5A9313CE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5D79BF-9D28-4FE1-B270-EA559A0A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DNS / HTTPS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8957C-F0F0-4D12-B924-7B81A345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Instrada e protegge l'accesso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DA446-C6F6-4E61-BA1C-B0C1D1C5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Il traffico e cifrato?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9B334-FE67-4098-B995-8B6B2CAC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BE116-4438-4074-A750-58EFB2C0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Applicazione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60D2F-B1E8-45D9-90A7-1E009FF6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Esegue logica business e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C08B3-6B59-44B6-9EA1-54501888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Come scala se crescono gli utenti?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078A3-8D69-43B1-99CE-9E7B1177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C8E6DE-FC94-4CE8-9142-6FD20CFF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Database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88489-4960-4D4D-B6A7-01130B89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Salva dati strutturati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CED4F-48D8-4142-B04F-104B033E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E privato? ha backup?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F1DAA-06FF-460D-951B-2738F389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EC3C72-F5C5-4DE6-B7B6-B9902266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Object storage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348297-DB24-4E02-85CB-8DD7ECE5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Salva documenti e 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D3F4B-F10C-4E55-8D57-E44492BF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Chi puo leggere o scrivere?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FDA33-BD52-42BD-92FF-ADC3B385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0D1E8-1FEE-4B83-B57B-684DD0DF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Monitoring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5706F8-3E56-49CF-979D-6487760F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197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Raccoglie log, metriche, alert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8BFA33-294B-49A3-9B92-89205B06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19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Come scopro errori e rallentamenti?</a:t>
            </a:r>
          </a:p>
        </p:txBody>
      </p:sp>
    </p:spTree>
    <p:extLst>
      <p:ext uri="{BB962C8B-B14F-4D97-AF65-F5344CB8AC3E}">
        <p14:creationId xmlns:p14="http://schemas.microsoft.com/office/powerpoint/2010/main" val="120671656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ECE8AE-E74C-4410-8686-FF24F715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6BB90-6281-48F4-8DDE-2E461199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34DC9-0EF7-47B6-85CB-9BAEA17B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Cosa e pubblico e cosa e privato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04080-0021-4DFF-A2FB-3EDD8257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381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F814B-0836-4DB6-ABA5-B322C1A1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257300"/>
            <a:ext cx="55340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DC601-E980-44DF-B355-4A1CB75A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Pubblico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CCF77-57B5-4292-ADBA-4E007966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543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Privato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0F491-6D53-4EFD-926E-4337C49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84F67-2774-4579-BFFE-63AB7596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DNS e punto di ingresso dell'applicazione.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10677-1B29-4BC7-B366-15A37C42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35AF9-1F81-4BB2-A535-7E3AABDE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Endpoint HTTPS destinato agli utenti.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60F6E-1540-479B-8730-0C8C0E0F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DF0A1-CFC8-4D44-89C9-21E9717C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Eventuale CDN o WAF in scenari futuri.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D42AC-822A-4761-A18A-98CE2151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6ADD9-601B-47C5-9C9D-BE33DD9F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Solo cio che deve essere raggiunto dall'esterno.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A1955-46EB-4E98-A329-652F913C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209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37DF3-9ABF-488F-B68A-3C63D498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95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Database.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2D8FB-55AD-4064-8C47-3C8365B2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0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691C2-9D56-4AEE-A52F-EF64FD71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860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Storage se contiene file non pubblici.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DCD49-D15E-495A-8401-3E001EB6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AB2C0-6B25-429C-BF71-99131852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76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Backend interni non esposti direttamente.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5B8E3-B531-4E5E-B5E9-BF21FA83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814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CCFDD-B368-4D78-9284-A5F91AB3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Sistemi di log, segreti e strumenti amministrativi.</a:t>
            </a:r>
          </a:p>
        </p:txBody>
      </p:sp>
    </p:spTree>
    <p:extLst>
      <p:ext uri="{BB962C8B-B14F-4D97-AF65-F5344CB8AC3E}">
        <p14:creationId xmlns:p14="http://schemas.microsoft.com/office/powerpoint/2010/main" val="134911613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D168E4-33B1-452B-850A-AE4C3B1F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5A577-62EE-446B-8A19-003AC153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EB8CB-D7E1-482C-97EA-74449DCF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Come leggere un diagramma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ED0A1-A3B7-497B-BDB5-DE47EA8D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Checklist visiva rapida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F6CCB-079B-463F-8489-8F8EDF79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A43BA-5F98-4B51-B8AC-2BC2DCC4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Individua l'utente o il sistema esterno che avvia il flusso.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D52AB-7C98-402A-858E-6780D0E0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271E1-58F6-4C23-BB56-D797713A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Segui le frecce: ingresso, applicazione, dati,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28EF7-62C7-4B0D-ABB1-21D1E4CE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75426-AAA3-406B-97E6-C76175C8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Distingui componenti pubblici e privati.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4BF8E-AF6D-4B2A-B7AC-272E0B17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1B91A-D81E-423F-9A8F-CF2B1610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Cerca dove sono salvati dati strutturati e file.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82D3B-3819-41D9-AD49-002FC57F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78DFB-2DD0-4A16-8446-8C4ECA40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Cerca sicurezza: identita, cifratura, segreti, firewall, ruoli.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7EEFA-0D36-4EEB-B93F-482EA5D6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4B39B-55B8-45CC-A9D0-631A0D41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Cerca operativita: log, metriche, alert, backup.</a:t>
            </a:r>
          </a:p>
        </p:txBody>
      </p:sp>
    </p:spTree>
    <p:extLst>
      <p:ext uri="{BB962C8B-B14F-4D97-AF65-F5344CB8AC3E}">
        <p14:creationId xmlns:p14="http://schemas.microsoft.com/office/powerpoint/2010/main" val="75713573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5DFC05-28AC-49A7-B283-9A027A6E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F6A02-AEE6-4C6F-AE11-7741B177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E6059-8B0F-4AA5-BCE0-40F7CF9F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SEZIONE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4CB44-433E-4819-B9EB-9F7CCFC4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Esercizio guidato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D625C-E59F-44DA-AC0B-0A128CDB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1F8B3-B038-4D80-9215-3EBF040B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986D3-7E91-457E-A362-4EF1BC36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DF066-0946-4682-97BB-F57C4EA8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Disegno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3AB82-C90B-4E42-AE8F-AFC6CB77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F8D7C-1FAC-4319-A06A-746A9B4E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Domande</a:t>
            </a:r>
          </a:p>
        </p:txBody>
      </p:sp>
    </p:spTree>
    <p:extLst>
      <p:ext uri="{BB962C8B-B14F-4D97-AF65-F5344CB8AC3E}">
        <p14:creationId xmlns:p14="http://schemas.microsoft.com/office/powerpoint/2010/main" val="21337771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2BD780-D00B-4989-8A1F-E4857AE2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1F22E-7859-47AE-9AA1-2154EB72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36D72-2456-406F-935D-BECA16BE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Scenario guidato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25BB2-AB1D-4862-BDC8-9D71D0E3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Sito web aziendale con area riservata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AECA4-583E-4A04-9E07-E926A883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B460B-7352-4C05-AC86-F25F9EE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Utenti esterni visitano il sito e fanno login.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8C53E-D794-4D36-82F0-AB68F6FB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36874-5496-47A4-BE4F-26F09F82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Gli utenti possono caricare documenti PDF.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14D0A-4DAD-4D0B-AA01-34A427EB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CF08D-16C4-4C28-9E67-091BB6E5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L'azienda salva anagrafica clienti e storico richieste.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756DD-BC3B-4013-8903-97C09CA0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D0C57-70D1-406A-8F2F-23366D8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Un amministratore interno puo consultare pratiche e documenti.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8607B-F7DF-49A2-9D5F-3FDF0980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B586B-578C-4451-B491-7C86E930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Il sistema deve essere disponibile durante l'orario lavorativo.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CA7FE-0DA2-4E6C-B0DA-346C9F0A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D6237-E24A-4947-B6CC-B26300C6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Non ci sono ancora requisiti avanzati di microservizi o eventi.</a:t>
            </a:r>
          </a:p>
        </p:txBody>
      </p:sp>
    </p:spTree>
    <p:extLst>
      <p:ext uri="{BB962C8B-B14F-4D97-AF65-F5344CB8AC3E}">
        <p14:creationId xmlns:p14="http://schemas.microsoft.com/office/powerpoint/2010/main" val="22197369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1C620-15FF-43DD-BF6E-000FAC27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F5B99-6E59-471A-A29F-03EA3EB8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00C64-1AE2-4162-BD75-F5B796EC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Dallo scenario ai componenti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B6EBB-8F37-4200-A3FE-E3B7EB81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Trasformiamo parole in blocchi architetturali.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A9FE3-248E-4502-932D-B914FFCE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20155-EE4A-464A-B0EC-17F51087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Requisito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D00F3-FB4A-45F5-B880-E0DC1C02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Componente 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03390-7EF8-428C-B3F2-D58B2291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DE0CF-F916-4B62-9368-E43634EE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D0985-3C6C-44E4-A8BF-B7B37BFB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Visitare sito e 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9D210-5712-404F-BBE7-CA1F2CE1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Frontend / applicazione 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EFCD5-074F-4CFE-9B3F-F8E973AF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Serve un punto applicativo raggiungibile via HTTPS.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2ED24-96F7-446E-875E-54BAC999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BDFFB-5DC7-4B37-8588-90BA6C27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Anagrafica clienti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A2DB3-C599-474E-AF8D-502317E7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Database gestito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EFFF7-3081-42A3-B343-34CB6D41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Dati strutturati e interrogabili.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5A424-BE88-48EB-82F1-135D1451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27EBA-4DB5-4BEA-AD81-3A28B928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Upload documenti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0FFC4-9812-494E-B09C-41CBF7BF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Object 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74BDA-AE66-42ED-92C2-09F99E85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File non strutturati, scalabili e durabili.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41C22-C308-42CD-8469-F5BA28A1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0038C-47BC-4BF0-89D8-BFF7457C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Accesso amministratore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CB69B-C8EC-4160-8D64-A3BC4CAD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Ruoli e autorizzazioni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860EB-EE62-4B24-A36C-BD4337DD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Non tutti possono vedere tutto.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B2A03-1CC5-4982-977C-55F76B0F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4E4823-899F-47DA-B8C2-DE6B3BF2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Capire problemi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E2A2B-6461-4AAE-AC4F-D54A915F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Monitoring e log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78CC4-ECC8-4FEC-B5F7-4C2CFA3E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Serve osservare errori, tempi e accessi.</a:t>
            </a:r>
          </a:p>
        </p:txBody>
      </p:sp>
    </p:spTree>
    <p:extLst>
      <p:ext uri="{BB962C8B-B14F-4D97-AF65-F5344CB8AC3E}">
        <p14:creationId xmlns:p14="http://schemas.microsoft.com/office/powerpoint/2010/main" val="194201805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42581-F42C-4EEA-8DD2-65E3070B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46DD4-497B-4D5D-805C-3C1E2EC6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925FD-38DD-4A79-89E2-E686507C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Domande da fare alla classe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6C706-7FE2-438B-AB57-C6C927D2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1. Il database deve avere un indirizzo pubblico? Perche?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468BC-0F27-4160-B800-5AD3C384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F995D-54AC-4E83-A19A-5AC8C627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2. I documenti caricati dagli utenti sono dati pubblici o riservati?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41184-898A-45E0-9972-55785C52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20F6A-949B-47F6-9893-91A25136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3. Quale componente deve verificare l'identita dell'utente?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BD633-8CBA-4F6D-B7F6-AEBA683B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DBD3D-6D30-4A29-B1B0-AB771C28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4. Dove mettereste i log applicativi?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D40DD-7E60-478C-ABB9-F763E2DD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3F44A-AD44-49F9-8611-5CDF5A04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5. Che cosa succede se l'applicazione va giu durante l'orario lavorativo?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FCDB4-D764-4F16-BBAA-598C5DB0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441869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85F97B-48A7-4755-8302-316BFB12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0A12C-958A-49A6-AC11-0FDEF621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61726-FD36-4F9F-95CD-36452660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SEZIONE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31ADA-B6D7-4CF7-9B4C-097A9A26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Laboratorio studenti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17500-A6E7-475C-99EA-10E7A201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DEAC0-7BA8-4B93-B47A-A5165A0A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Consegna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89C6F-F155-47AC-9B41-FC1DAC1C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05827-ECA3-4948-BA93-37420DBE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Template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3990D-AA87-4541-A1EF-62B792B0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56752-6662-45EF-84FA-0FC9088A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Condivisione</a:t>
            </a:r>
          </a:p>
        </p:txBody>
      </p:sp>
    </p:spTree>
    <p:extLst>
      <p:ext uri="{BB962C8B-B14F-4D97-AF65-F5344CB8AC3E}">
        <p14:creationId xmlns:p14="http://schemas.microsoft.com/office/powerpoint/2010/main" val="43595510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B787F-07AC-4358-B42A-081F0CDE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1A996-7E15-4D9B-9669-DD81C37E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4E31B-D7A2-4FBB-9E88-F6435AB0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Laboratorio: prima bozza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5ECAF-4320-4125-A790-067593C1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Consegna per gli studenti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FB124-3515-48D4-96D5-F5399CB2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C8249-6941-452C-B198-F780DABE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Disegnare una versione cloud semplice dello scenario.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ADF4E-38CD-4054-A8D7-19E68256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2010E-6729-4595-9BBD-E413FDAC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Indicare almeno: utenti, ingresso, applicazione, database, storage, sicurezza, monitoraggio.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4F11F-AE86-4B36-B253-AAC711D6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E25DD-F1DB-448A-ACA4-08C3DF9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Distinguere cosa e pubblico e cosa e privato.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DA654-FD63-4B99-A0C3-3666CF5B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4B4F6-B31E-474A-AAE1-575DBF1D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Scrivere 5 righe di motivazione delle scelte.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33D7B-2221-409F-9A84-D53B3F66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A2D84-08C5-438D-8435-7E949F79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Indicare 3 rischi o punti da migliorare.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46A54-9BE3-4909-81B2-552DC2D7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F003B-802D-4B8F-BDC7-4D8FED5A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Preparare una breve spiegazione orale del diagramma.</a:t>
            </a:r>
          </a:p>
        </p:txBody>
      </p:sp>
    </p:spTree>
    <p:extLst>
      <p:ext uri="{BB962C8B-B14F-4D97-AF65-F5344CB8AC3E}">
        <p14:creationId xmlns:p14="http://schemas.microsoft.com/office/powerpoint/2010/main" val="13345466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19EEE-C43D-40E7-BB2C-80AB47C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97F3B-511F-4BAA-8D1A-41BD39EB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A51B0-B12F-44DB-8FDF-521D80E8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Template di consegna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CA22D-2544-4D17-9F0A-7E9B2928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Da copiare sul quaderno o in un file.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DC6EE-5512-4F04-98A6-92C8132B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65A16-03FC-4C9F-83C5-98F81E26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522EC-F242-47B6-A2D7-9DA7434E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Cosa scrivere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65B85-366A-4907-9C6B-2E56C267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Esempio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18323-E24F-4E47-8701-ACB1335A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7D889-0D0A-44DE-88A1-BC220AFB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Nome progetto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4BFC9-BC33-414C-A644-DAF7153E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Titolo breve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9277B-1A80-4322-A31F-56FBF922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Portale clienti aziendale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30BB4-1287-423B-94AD-25C0DB30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5AE61-638F-4424-9921-09BB5945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Utenti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70E66-E58F-4C0B-A2BF-3F1CCB95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Chi usa il sistema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35079-FE01-4247-B7D2-A9E1971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Clienti, amministratori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85E1C-783A-4D3A-89BE-7E597859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C85F6-3CFC-4CF1-B451-E33B9BF8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Componenti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571B9-ECCC-467D-A0DA-45265582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Blocchi principali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F2A17-7F57-4E55-95F3-97C57F6B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App, DB, storage, monitoring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91EF7-C5A3-461E-BBF7-244E52C6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32086-5930-4252-BA38-83BA30BD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Dati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4BD78-922C-41B0-96CA-01ECFA9C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Dove stanno dati e file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DF0150-B510-4AFE-8862-6585F66B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DB clienti, storage 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61433-A1A1-4085-BEDB-FD62DC76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0F25F-A1A5-484F-8252-11B50307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Sicurezza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4A07E-E775-4FFA-A983-952E30BC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Controlli principali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A99F9-37B3-407E-B5C8-C363FD74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HTTPS, ruoli, DB privato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0E4EDC-DA19-49B9-AD15-1ADCAFFD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85EB6F-14A2-4192-8316-03CF1890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Rischi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8940E2-312F-4021-A36A-A0F72C27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197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Problemi possibili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157230-F496-45D1-8936-39365375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19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Backup, picchi, errori upload</a:t>
            </a:r>
          </a:p>
        </p:txBody>
      </p:sp>
    </p:spTree>
    <p:extLst>
      <p:ext uri="{BB962C8B-B14F-4D97-AF65-F5344CB8AC3E}">
        <p14:creationId xmlns:p14="http://schemas.microsoft.com/office/powerpoint/2010/main" val="118282436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45E709-8E2A-4D82-9D59-AD9F8B2E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7D070-7793-40AA-8176-49127EA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60CEA-F4CF-4002-9039-C7AE6F0A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Criteri di valutazione del laboratorio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A07CE-A46B-4CB2-B86D-CFB25A37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Non serve una soluzione perfetta: serve ragionamento.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3C23F-0D7F-4F18-AA88-93B88CC6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59973-AAD9-453D-8334-5C5737BC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Criterio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DBF55-2A87-452A-9610-4F6F8370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Cosa guardo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75997-431B-4BF8-AB5E-3EA69895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Peso indicativo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43978-5486-48E5-8A26-E6DC55B2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A486B-E30F-491A-B78F-C699F7C4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Completezza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9579E-2C13-40EF-A809-7D0AA897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Ci sono utenti, app, dati, storage, sicurezza e monitoring?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1CB06-4397-4AEA-856F-72D000D3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5272A-F2D8-48BB-A472-6039DDD4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69116-0C3C-472E-B110-F78D0F7A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Chiarezza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43C62-32A9-4E7C-829C-5F86AF3F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Il flusso si capisce senza spiegazioni eccessive?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97D9A-2790-458B-BD84-DAB6045C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72146-3552-4F08-A1F2-B4EC33E5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60391-49AE-49CA-9905-1DF417E1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Sicurezza 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10D38-8C54-4FEB-9A66-6339BB07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DB non pubblico, HTTPS, accessi pensati?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F7221-1933-428F-BA35-B6769531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F8A405-5348-4613-9B96-0B00129A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C7998-3395-4729-A02C-F9DF70C1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Motivazione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1A869-4371-4CEA-8672-6BE4AB47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Le scelte sono spiegate con requisiti?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91D59-4BB8-4907-92EA-836C9DE4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624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3079A-5358-4B30-8408-F863BBD7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9B193-3233-4DBC-BE06-FC0E1B4F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2"/>
                </a:solidFill>
              </a:defRPr>
            </a:pPr>
            <a:r>
              <a:rPr sz="1350" b="1">
                <a:solidFill>
                  <a:srgbClr val="222222"/>
                </a:solidFill>
              </a:rPr>
              <a:t>Rischi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E86F54-4C1E-4212-B02B-B28FE14A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Sono indicati limiti e miglioramenti futuri?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8C3809-61C7-40D7-A8D2-2DE7EF07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62554362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A31398-384E-4338-895A-81D11268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C1101-D636-490B-BC45-4664C091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AA240-1A10-4039-896D-B957901F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Errori comuni da evitare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E21EE-E348-4207-BEE0-6A60135F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Li vedremo spesso nelle prime architetture.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5CE39-B33E-4C6F-AF3A-76AA583D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B15B5-9559-44FD-AD1C-7C5AD9C5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Disegnare un solo blocco chiamato 'cloud' senza componenti interni.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8877E-85E6-46E1-81CA-A08016D0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C9D94-CFDF-4BD6-B270-455040FC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Mettere il database direttamente su Internet.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7F308-8F0B-4BE8-A5E0-C859FCBE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9A7A1-BEF1-4307-A2A0-C478276A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Confondere database e storage file.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7445D-3E25-4FBD-87E9-9EAF8389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4E13B-C390-4F29-A4CC-FF2F5169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Dimenticare identita, ruoli e permessi.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E45C2-A5D5-40F3-8B34-2322EE61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D1B32-8AFA-41AC-9E7C-F52BD68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Dimenticare log, metriche e alert.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E684C-F22F-4618-BE0D-2D2D5400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F4699-14E8-4578-99E8-DEB44041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Scegliere servizi complessi senza un requisito che li giustifichi.</a:t>
            </a:r>
          </a:p>
        </p:txBody>
      </p:sp>
    </p:spTree>
    <p:extLst>
      <p:ext uri="{BB962C8B-B14F-4D97-AF65-F5344CB8AC3E}">
        <p14:creationId xmlns:p14="http://schemas.microsoft.com/office/powerpoint/2010/main" val="114286804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528F03-C061-4CB9-8E71-F2AAD8D9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80039-C849-4A02-B2D3-C7DD40E3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2FB57-9E09-4E94-8148-D737B30A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SEZIONE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7CCF1-AA99-41A2-AB6E-B0D0B011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62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000000"/>
                </a:solidFill>
              </a:defRPr>
            </a:pPr>
            <a:r>
              <a:rPr sz="4125" b="1">
                <a:solidFill>
                  <a:srgbClr val="000000"/>
                </a:solidFill>
              </a:rPr>
              <a:t>Chiusura e ripasso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21E45-7FE1-45F4-B96B-D34C7E27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5DBE9-43A3-4DC0-9E7E-70630A80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Glossario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35CDC-2C91-4C04-B986-B01F3609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7A6DD-D336-43EF-804F-D2177CB8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Quiz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6B1EC-6CA9-4059-9E6B-0CE198C6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80BA8-F4B5-4AB2-920C-E129EBD2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Prossima lezione</a:t>
            </a:r>
          </a:p>
        </p:txBody>
      </p:sp>
    </p:spTree>
    <p:extLst>
      <p:ext uri="{BB962C8B-B14F-4D97-AF65-F5344CB8AC3E}">
        <p14:creationId xmlns:p14="http://schemas.microsoft.com/office/powerpoint/2010/main" val="213627833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98BAE7-8835-4799-BF67-CF530DAB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88FE6-E3CB-4BE0-B213-3C79947C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06F57-0D99-4507-8A64-4AF0F484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Glossario minimo della Giornata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98FE1-8C24-4D21-9E2F-1F7C1AD5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Parole che devono uscire naturali.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69254-C464-402F-BABA-CC46B9EB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2D97-6F31-43A9-8B2C-8358311C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Termine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40A15-7700-42E2-BC2E-CDD6C59B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3829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Definizione breve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82820-183F-45A0-AD0D-8E0E01B0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287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Esempio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9D7D1-0CC3-466B-97A8-7C38C14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311A0-90E9-43A3-9550-B19059C0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Cloud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87D8C-E9BB-4067-9D15-D8482D93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Uso di risorse IT come servizi accessibili via rete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F27FA-1F44-49C7-8951-6D800D79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Server, storage, database gestiti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F70BB-BE9D-4F8C-8C31-BB4F886A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548E3-05B8-4D13-8BCF-7E4FD3AC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Region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45133-0000-4E5E-A750-73AB0906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9080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Area geografica del 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5645C-9751-4034-9B20-96894D1C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Europa, Italia, Irlanda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D724E-9488-4196-91DA-0C97B05F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E1E63-81E1-471B-A7E8-56F84A72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Zone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6F645-E1A4-44E1-A8D6-5F6551DD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Area isolata dentro una region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D5818-25AB-4F23-A9EB-4342D40F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Zona A e Zona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AD5E9-5BD4-40DF-AB31-AD2C5749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8AB40-B56A-410B-A616-82C3B1EA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19D7A3-8995-411B-B4C2-119DE1CD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1950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Capacita di eseguire codice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11002-4AB0-4CB7-BD55-230CD779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195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VM, container, funzioni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343110-21B2-439B-AD30-B01D46D9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6781C-3EFD-406C-AEAC-2522D3FE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Database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54414-BDA0-4D25-868D-71C14810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3385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Servizio per dati strutturati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21411A-C93A-488E-943A-4E7AB4C3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Utenti, ordini, login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A1076B-0A9A-4629-BE8F-38001D74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AB057-D983-4B63-A190-47A22805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Object storage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7E9E56-E820-4C32-A689-9567956C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4820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Servizio per file e oggetti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AA8746-7F85-4919-8A4F-ECEECBA1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482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PDF, immagini, video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A168C3-BCF2-491A-9634-BDF89DC6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7CBF32-25AB-4E00-A419-EABF0068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7FCDE6-9A8D-4ADD-B972-490B032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6255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Identita, ruoli e permessi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598995-8C5B-4EF8-8DEB-2719B703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6255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Chi puo leggere il database</a:t>
            </a:r>
          </a:p>
        </p:txBody>
      </p:sp>
    </p:spTree>
    <p:extLst>
      <p:ext uri="{BB962C8B-B14F-4D97-AF65-F5344CB8AC3E}">
        <p14:creationId xmlns:p14="http://schemas.microsoft.com/office/powerpoint/2010/main" val="140453934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C1E2C3-5FBD-404B-9426-97FDE908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FC550-787E-4552-80F4-AC2B72B4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1B096-04EE-45DF-BE7E-D8421D83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Mini-verifica finale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9FB17-D545-470C-9395-953D845A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1. Qual e la differenza tra cloud pubblico e cloud privato?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8A614-BA9D-41E7-AB4A-19A61EB9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F17B5-B199-4683-959E-91A3811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2. Perche una region vicina agli utenti puo essere utile?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713A6-5463-482D-B4E5-ABA61E47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1F277-7AA9-4DE7-9961-DCFDC5D2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3. Che differenza c'e tra database e object storage?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E7B5F-1C10-464F-9C31-4D1A7C90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E32CB-1A79-48C8-940D-1B2A899F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4. Perche il database non dovrebbe essere pubblico?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2F9C1-7BC1-416D-B892-742E4D44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243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DD837-BC2D-4CE2-A795-1302803F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5. Che cosa significa responsabilita condivisa?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18EA2-2CE9-41AA-A177-6677B192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3441990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6307A9-DB68-491E-BC74-5CAEBD91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ADDEC-1BF8-4A47-95E3-BA8C1376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52CA3-9266-4495-AB2C-C6657584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Risposte attese in sintesi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22D79-9565-4C40-B5EE-47088C1A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Non serve ripetere a memoria: serve il concetto.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5B90C-C191-4ED8-8476-D1E6380A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62764-C17D-4B6B-ABE3-0E3E3513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Pubblico: infrastruttura del provider condivisa tra clienti; privato: ambiente dedicato.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8B05A-00F3-43C5-9575-AEBF5979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3C55C-12D5-44AF-A693-5FCA949A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Region vicina: puo ridurre latenza e aiutare con requisiti di residenza del dato.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8A52F-237F-4296-856F-7DBF6F62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16F8B-D2B7-436C-9853-38A0264F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Database: dati strutturati e interrogabili; object storage: file e oggetti.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F2CC6-4233-4659-BDDD-507460AD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57037-C1F8-4DD7-B423-A91ED902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Database non pubblico: riduce superficie di attacco e accessi indesiderati.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EA002-6FFA-48EA-BAEF-BCBAEC91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65FEA-661A-452D-9398-9468B3A7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Responsabilita condivisa: provider e cliente gestiscono parti diverse della sicurezza e operativita.</a:t>
            </a:r>
          </a:p>
        </p:txBody>
      </p:sp>
    </p:spTree>
    <p:extLst>
      <p:ext uri="{BB962C8B-B14F-4D97-AF65-F5344CB8AC3E}">
        <p14:creationId xmlns:p14="http://schemas.microsoft.com/office/powerpoint/2010/main" val="86949814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DD56DF-F171-4DA9-860F-108F0B3C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5138F-8790-4DB7-9467-12191172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5C3E1-05EE-4275-B6C0-1A69304F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Cosa portiamo alla Giornata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78899-846B-476F-B360-3BB5DD8B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La prossima lezione diventa piu tecnica.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75905-A178-49B8-A594-078A5B51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2436D-3BC2-4C69-8AFE-E1C58609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Approfondiremo compute: VM, container, PaaS e serverless.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6C89B-36D8-4DC7-A7AC-AD6DF858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23A49-FBF3-4611-9C75-F362EB38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Disegneremo una rete cloud con subnet pubbliche e private.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8E5FD-9278-4863-A9B2-C46DD6F7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D64F0-8AF9-4E4D-8C47-9AE86FC3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Capiremo load balancer, DNS, routing e regole di accesso.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0E600-9BC0-44FD-B200-F5D669EE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3EF92-63F0-4192-B851-CE798B59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Costruiremo una vera architettura web a tre livelli.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73DE7-1A56-4E94-BC60-5B4F32E6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34B74-613B-4303-A746-AF48519F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Inizieremo a parlare seriamente di scalabilita e alta disponibilita.</a:t>
            </a:r>
          </a:p>
        </p:txBody>
      </p:sp>
    </p:spTree>
    <p:extLst>
      <p:ext uri="{BB962C8B-B14F-4D97-AF65-F5344CB8AC3E}">
        <p14:creationId xmlns:p14="http://schemas.microsoft.com/office/powerpoint/2010/main" val="87329943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7D0CFB-CEB3-499E-BFE6-E4EAA17F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Piattaforme Cloud - Giornata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C89BA-9F15-4986-BECE-7056F3F5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065AA-BA36-492A-98B0-47595E07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Frase guida del corso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CECE8-319F-4198-BEAC-0ABC39A4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20C5E-35D6-4D1F-93D0-BE374EC7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Prima capiamo il problema.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F1098-C0C1-46B2-AFA7-886A61AC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D1166-50A4-4A47-A2D9-A59E1A20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Poi separiamo responsabilita e dati.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D4C7B-52B5-4BEF-AE8A-095C85AA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3AF10-D548-4853-8EE2-87BD847F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Poi disegniamo componenti e flussi.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F9560-7A21-4B05-A27A-5A94192A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06225-F72B-406E-B665-34B29041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Poi scegliamo i servizi cloud.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ED94E-5771-414E-A35B-62564048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55002-590C-462D-9C5A-026804B5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Infine motiviamo le scelte e valutiamo rischi, sicurezza, costi e monitoraggio.</a:t>
            </a:r>
          </a:p>
        </p:txBody>
      </p:sp>
    </p:spTree>
    <p:extLst>
      <p:ext uri="{BB962C8B-B14F-4D97-AF65-F5344CB8AC3E}">
        <p14:creationId xmlns:p14="http://schemas.microsoft.com/office/powerpoint/2010/main" val="1817418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2026-06-30T07:25:31.8030000Z</dcterms:created>
  <dcterms:modified xsi:type="dcterms:W3CDTF">2026-06-30T07:25:31.8030000Z</dcterms:modified>
</coreProperties>
</file>